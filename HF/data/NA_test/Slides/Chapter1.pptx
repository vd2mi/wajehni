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41"/>
  </p:notesMasterIdLst>
  <p:handoutMasterIdLst>
    <p:handoutMasterId r:id="rId42"/>
  </p:handoutMasterIdLst>
  <p:sldIdLst>
    <p:sldId id="347" r:id="rId2"/>
    <p:sldId id="348" r:id="rId3"/>
    <p:sldId id="311" r:id="rId4"/>
    <p:sldId id="350" r:id="rId5"/>
    <p:sldId id="349" r:id="rId6"/>
    <p:sldId id="352" r:id="rId7"/>
    <p:sldId id="354" r:id="rId8"/>
    <p:sldId id="355" r:id="rId9"/>
    <p:sldId id="356" r:id="rId10"/>
    <p:sldId id="358" r:id="rId11"/>
    <p:sldId id="359" r:id="rId12"/>
    <p:sldId id="404" r:id="rId13"/>
    <p:sldId id="360" r:id="rId14"/>
    <p:sldId id="408" r:id="rId15"/>
    <p:sldId id="409" r:id="rId16"/>
    <p:sldId id="361" r:id="rId17"/>
    <p:sldId id="373" r:id="rId18"/>
    <p:sldId id="374" r:id="rId19"/>
    <p:sldId id="362" r:id="rId20"/>
    <p:sldId id="410" r:id="rId21"/>
    <p:sldId id="411" r:id="rId22"/>
    <p:sldId id="41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406" r:id="rId32"/>
    <p:sldId id="407" r:id="rId33"/>
    <p:sldId id="371" r:id="rId34"/>
    <p:sldId id="372" r:id="rId35"/>
    <p:sldId id="377" r:id="rId36"/>
    <p:sldId id="378" r:id="rId37"/>
    <p:sldId id="379" r:id="rId38"/>
    <p:sldId id="380" r:id="rId39"/>
    <p:sldId id="381" r:id="rId40"/>
  </p:sldIdLst>
  <p:sldSz cx="12192000" cy="6858000"/>
  <p:notesSz cx="7010400" cy="9296400"/>
  <p:embeddedFontLst>
    <p:embeddedFont>
      <p:font typeface="Arial Unicode MS" panose="020B0604020202020204" charset="0"/>
      <p:regular r:id="rId43"/>
    </p:embeddedFont>
    <p:embeddedFont>
      <p:font typeface="Cambria Math" panose="02040503050406030204" pitchFamily="18" charset="0"/>
      <p:regular r:id="rId44"/>
    </p:embeddedFont>
    <p:embeddedFont>
      <p:font typeface="Tw Cen MT" panose="020B0602020104020603" pitchFamily="34" charset="0"/>
      <p:regular r:id="rId45"/>
      <p:bold r:id="rId46"/>
      <p:italic r:id="rId47"/>
      <p:boldItalic r:id="rId48"/>
    </p:embeddedFont>
    <p:embeddedFont>
      <p:font typeface="Wingdings 2" panose="05000000000000000000" pitchFamily="82" charset="2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6D0"/>
    <a:srgbClr val="D60093"/>
    <a:srgbClr val="000000"/>
    <a:srgbClr val="00FFCC"/>
    <a:srgbClr val="00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5" autoAdjust="0"/>
    <p:restoredTop sz="93557" autoAdjust="0"/>
  </p:normalViewPr>
  <p:slideViewPr>
    <p:cSldViewPr>
      <p:cViewPr varScale="1">
        <p:scale>
          <a:sx n="91" d="100"/>
          <a:sy n="91" d="100"/>
        </p:scale>
        <p:origin x="322" y="10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3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Nahid Sultana" userId="ff0ae4fb-5158-44ab-9438-4247c64d5f25" providerId="ADAL" clId="{E26F1B81-452C-4DB5-A6C7-8A3E372FAF0F}"/>
    <pc:docChg chg="undo custSel addSld delSld modSld">
      <pc:chgData name="Dr. Nahid Sultana" userId="ff0ae4fb-5158-44ab-9438-4247c64d5f25" providerId="ADAL" clId="{E26F1B81-452C-4DB5-A6C7-8A3E372FAF0F}" dt="2022-01-24T06:52:43.826" v="368"/>
      <pc:docMkLst>
        <pc:docMk/>
      </pc:docMkLst>
      <pc:sldChg chg="addSp modSp mod modAnim">
        <pc:chgData name="Dr. Nahid Sultana" userId="ff0ae4fb-5158-44ab-9438-4247c64d5f25" providerId="ADAL" clId="{E26F1B81-452C-4DB5-A6C7-8A3E372FAF0F}" dt="2022-01-18T10:26:17.053" v="190" actId="1038"/>
        <pc:sldMkLst>
          <pc:docMk/>
          <pc:sldMk cId="1693820147" sldId="349"/>
        </pc:sldMkLst>
        <pc:spChg chg="add mod">
          <ac:chgData name="Dr. Nahid Sultana" userId="ff0ae4fb-5158-44ab-9438-4247c64d5f25" providerId="ADAL" clId="{E26F1B81-452C-4DB5-A6C7-8A3E372FAF0F}" dt="2022-01-18T08:53:36.750" v="170" actId="14100"/>
          <ac:spMkLst>
            <pc:docMk/>
            <pc:sldMk cId="1693820147" sldId="349"/>
            <ac:spMk id="3" creationId="{B21791EB-9698-4ACD-B252-E71B4DEE98A5}"/>
          </ac:spMkLst>
        </pc:spChg>
        <pc:spChg chg="mod">
          <ac:chgData name="Dr. Nahid Sultana" userId="ff0ae4fb-5158-44ab-9438-4247c64d5f25" providerId="ADAL" clId="{E26F1B81-452C-4DB5-A6C7-8A3E372FAF0F}" dt="2022-01-18T08:40:50.079" v="46" actId="1036"/>
          <ac:spMkLst>
            <pc:docMk/>
            <pc:sldMk cId="1693820147" sldId="349"/>
            <ac:spMk id="4" creationId="{00000000-0000-0000-0000-000000000000}"/>
          </ac:spMkLst>
        </pc:spChg>
        <pc:spChg chg="mod">
          <ac:chgData name="Dr. Nahid Sultana" userId="ff0ae4fb-5158-44ab-9438-4247c64d5f25" providerId="ADAL" clId="{E26F1B81-452C-4DB5-A6C7-8A3E372FAF0F}" dt="2022-01-18T08:40:50.079" v="46" actId="1036"/>
          <ac:spMkLst>
            <pc:docMk/>
            <pc:sldMk cId="1693820147" sldId="349"/>
            <ac:spMk id="5" creationId="{00000000-0000-0000-0000-000000000000}"/>
          </ac:spMkLst>
        </pc:spChg>
        <pc:spChg chg="mod">
          <ac:chgData name="Dr. Nahid Sultana" userId="ff0ae4fb-5158-44ab-9438-4247c64d5f25" providerId="ADAL" clId="{E26F1B81-452C-4DB5-A6C7-8A3E372FAF0F}" dt="2022-01-18T08:55:57.124" v="184" actId="1076"/>
          <ac:spMkLst>
            <pc:docMk/>
            <pc:sldMk cId="1693820147" sldId="349"/>
            <ac:spMk id="7" creationId="{00000000-0000-0000-0000-000000000000}"/>
          </ac:spMkLst>
        </pc:spChg>
        <pc:spChg chg="mod">
          <ac:chgData name="Dr. Nahid Sultana" userId="ff0ae4fb-5158-44ab-9438-4247c64d5f25" providerId="ADAL" clId="{E26F1B81-452C-4DB5-A6C7-8A3E372FAF0F}" dt="2022-01-18T08:56:24.758" v="188" actId="14100"/>
          <ac:spMkLst>
            <pc:docMk/>
            <pc:sldMk cId="1693820147" sldId="349"/>
            <ac:spMk id="9" creationId="{00000000-0000-0000-0000-000000000000}"/>
          </ac:spMkLst>
        </pc:spChg>
        <pc:spChg chg="add mod">
          <ac:chgData name="Dr. Nahid Sultana" userId="ff0ae4fb-5158-44ab-9438-4247c64d5f25" providerId="ADAL" clId="{E26F1B81-452C-4DB5-A6C7-8A3E372FAF0F}" dt="2022-01-18T08:55:43.861" v="183" actId="115"/>
          <ac:spMkLst>
            <pc:docMk/>
            <pc:sldMk cId="1693820147" sldId="349"/>
            <ac:spMk id="10" creationId="{11BD0A77-F396-404D-BC4F-B47824C2801C}"/>
          </ac:spMkLst>
        </pc:spChg>
        <pc:grpChg chg="add mod">
          <ac:chgData name="Dr. Nahid Sultana" userId="ff0ae4fb-5158-44ab-9438-4247c64d5f25" providerId="ADAL" clId="{E26F1B81-452C-4DB5-A6C7-8A3E372FAF0F}" dt="2022-01-18T08:53:36.750" v="170" actId="14100"/>
          <ac:grpSpMkLst>
            <pc:docMk/>
            <pc:sldMk cId="1693820147" sldId="349"/>
            <ac:grpSpMk id="13" creationId="{B9702EF2-8D4C-4DEF-9924-87DD8646B497}"/>
          </ac:grpSpMkLst>
        </pc:grpChg>
        <pc:picChg chg="mod">
          <ac:chgData name="Dr. Nahid Sultana" userId="ff0ae4fb-5158-44ab-9438-4247c64d5f25" providerId="ADAL" clId="{E26F1B81-452C-4DB5-A6C7-8A3E372FAF0F}" dt="2022-01-18T08:56:19.198" v="187" actId="1037"/>
          <ac:picMkLst>
            <pc:docMk/>
            <pc:sldMk cId="1693820147" sldId="349"/>
            <ac:picMk id="8" creationId="{00000000-0000-0000-0000-000000000000}"/>
          </ac:picMkLst>
        </pc:picChg>
        <pc:picChg chg="add mod">
          <ac:chgData name="Dr. Nahid Sultana" userId="ff0ae4fb-5158-44ab-9438-4247c64d5f25" providerId="ADAL" clId="{E26F1B81-452C-4DB5-A6C7-8A3E372FAF0F}" dt="2022-01-18T08:53:36.750" v="170" actId="14100"/>
          <ac:picMkLst>
            <pc:docMk/>
            <pc:sldMk cId="1693820147" sldId="349"/>
            <ac:picMk id="11" creationId="{120E0D78-4285-4BFB-BB30-4D8CBA5A0291}"/>
          </ac:picMkLst>
        </pc:picChg>
        <pc:picChg chg="add mod">
          <ac:chgData name="Dr. Nahid Sultana" userId="ff0ae4fb-5158-44ab-9438-4247c64d5f25" providerId="ADAL" clId="{E26F1B81-452C-4DB5-A6C7-8A3E372FAF0F}" dt="2022-01-18T10:26:17.053" v="190" actId="1038"/>
          <ac:picMkLst>
            <pc:docMk/>
            <pc:sldMk cId="1693820147" sldId="349"/>
            <ac:picMk id="12" creationId="{A2727077-8D8B-4894-83D5-BE8072598089}"/>
          </ac:picMkLst>
        </pc:picChg>
      </pc:sldChg>
      <pc:sldChg chg="addSp modSp mod modAnim">
        <pc:chgData name="Dr. Nahid Sultana" userId="ff0ae4fb-5158-44ab-9438-4247c64d5f25" providerId="ADAL" clId="{E26F1B81-452C-4DB5-A6C7-8A3E372FAF0F}" dt="2022-01-18T08:38:04.240" v="42" actId="12"/>
        <pc:sldMkLst>
          <pc:docMk/>
          <pc:sldMk cId="2212343311" sldId="351"/>
        </pc:sldMkLst>
        <pc:spChg chg="mod">
          <ac:chgData name="Dr. Nahid Sultana" userId="ff0ae4fb-5158-44ab-9438-4247c64d5f25" providerId="ADAL" clId="{E26F1B81-452C-4DB5-A6C7-8A3E372FAF0F}" dt="2022-01-18T08:34:29.452" v="9" actId="1035"/>
          <ac:spMkLst>
            <pc:docMk/>
            <pc:sldMk cId="2212343311" sldId="351"/>
            <ac:spMk id="4" creationId="{00000000-0000-0000-0000-000000000000}"/>
          </ac:spMkLst>
        </pc:spChg>
        <pc:spChg chg="mod">
          <ac:chgData name="Dr. Nahid Sultana" userId="ff0ae4fb-5158-44ab-9438-4247c64d5f25" providerId="ADAL" clId="{E26F1B81-452C-4DB5-A6C7-8A3E372FAF0F}" dt="2022-01-18T08:34:29.452" v="9" actId="1035"/>
          <ac:spMkLst>
            <pc:docMk/>
            <pc:sldMk cId="2212343311" sldId="351"/>
            <ac:spMk id="5" creationId="{00000000-0000-0000-0000-000000000000}"/>
          </ac:spMkLst>
        </pc:spChg>
        <pc:spChg chg="mod">
          <ac:chgData name="Dr. Nahid Sultana" userId="ff0ae4fb-5158-44ab-9438-4247c64d5f25" providerId="ADAL" clId="{E26F1B81-452C-4DB5-A6C7-8A3E372FAF0F}" dt="2022-01-18T08:33:49.781" v="4" actId="164"/>
          <ac:spMkLst>
            <pc:docMk/>
            <pc:sldMk cId="2212343311" sldId="351"/>
            <ac:spMk id="7" creationId="{00000000-0000-0000-0000-000000000000}"/>
          </ac:spMkLst>
        </pc:spChg>
        <pc:spChg chg="add mod">
          <ac:chgData name="Dr. Nahid Sultana" userId="ff0ae4fb-5158-44ab-9438-4247c64d5f25" providerId="ADAL" clId="{E26F1B81-452C-4DB5-A6C7-8A3E372FAF0F}" dt="2022-01-18T08:38:04.240" v="42" actId="12"/>
          <ac:spMkLst>
            <pc:docMk/>
            <pc:sldMk cId="2212343311" sldId="351"/>
            <ac:spMk id="10" creationId="{750DFB2B-AE26-4AF4-9136-868D682C7EB6}"/>
          </ac:spMkLst>
        </pc:spChg>
        <pc:grpChg chg="add mod">
          <ac:chgData name="Dr. Nahid Sultana" userId="ff0ae4fb-5158-44ab-9438-4247c64d5f25" providerId="ADAL" clId="{E26F1B81-452C-4DB5-A6C7-8A3E372FAF0F}" dt="2022-01-18T08:33:58.083" v="5" actId="1076"/>
          <ac:grpSpMkLst>
            <pc:docMk/>
            <pc:sldMk cId="2212343311" sldId="351"/>
            <ac:grpSpMk id="3" creationId="{9EA0CDF7-871C-4425-8090-677859F39F88}"/>
          </ac:grpSpMkLst>
        </pc:grpChg>
        <pc:picChg chg="mod">
          <ac:chgData name="Dr. Nahid Sultana" userId="ff0ae4fb-5158-44ab-9438-4247c64d5f25" providerId="ADAL" clId="{E26F1B81-452C-4DB5-A6C7-8A3E372FAF0F}" dt="2022-01-18T08:33:49.781" v="4" actId="164"/>
          <ac:picMkLst>
            <pc:docMk/>
            <pc:sldMk cId="2212343311" sldId="351"/>
            <ac:picMk id="9" creationId="{00000000-0000-0000-0000-000000000000}"/>
          </ac:picMkLst>
        </pc:picChg>
      </pc:sldChg>
      <pc:sldChg chg="addSp delSp modSp mod delAnim modAnim">
        <pc:chgData name="Dr. Nahid Sultana" userId="ff0ae4fb-5158-44ab-9438-4247c64d5f25" providerId="ADAL" clId="{E26F1B81-452C-4DB5-A6C7-8A3E372FAF0F}" dt="2022-01-18T10:29:21.585" v="201" actId="1036"/>
        <pc:sldMkLst>
          <pc:docMk/>
          <pc:sldMk cId="3099573149" sldId="352"/>
        </pc:sldMkLst>
        <pc:spChg chg="mod">
          <ac:chgData name="Dr. Nahid Sultana" userId="ff0ae4fb-5158-44ab-9438-4247c64d5f25" providerId="ADAL" clId="{E26F1B81-452C-4DB5-A6C7-8A3E372FAF0F}" dt="2022-01-18T10:29:21.585" v="201" actId="1036"/>
          <ac:spMkLst>
            <pc:docMk/>
            <pc:sldMk cId="3099573149" sldId="352"/>
            <ac:spMk id="4" creationId="{00000000-0000-0000-0000-000000000000}"/>
          </ac:spMkLst>
        </pc:spChg>
        <pc:spChg chg="mod">
          <ac:chgData name="Dr. Nahid Sultana" userId="ff0ae4fb-5158-44ab-9438-4247c64d5f25" providerId="ADAL" clId="{E26F1B81-452C-4DB5-A6C7-8A3E372FAF0F}" dt="2022-01-18T10:29:21.585" v="201" actId="1036"/>
          <ac:spMkLst>
            <pc:docMk/>
            <pc:sldMk cId="3099573149" sldId="352"/>
            <ac:spMk id="5" creationId="{00000000-0000-0000-0000-000000000000}"/>
          </ac:spMkLst>
        </pc:spChg>
        <pc:spChg chg="mod">
          <ac:chgData name="Dr. Nahid Sultana" userId="ff0ae4fb-5158-44ab-9438-4247c64d5f25" providerId="ADAL" clId="{E26F1B81-452C-4DB5-A6C7-8A3E372FAF0F}" dt="2022-01-18T10:28:30.502" v="194" actId="1076"/>
          <ac:spMkLst>
            <pc:docMk/>
            <pc:sldMk cId="3099573149" sldId="352"/>
            <ac:spMk id="7" creationId="{00000000-0000-0000-0000-000000000000}"/>
          </ac:spMkLst>
        </pc:spChg>
        <pc:spChg chg="add mod">
          <ac:chgData name="Dr. Nahid Sultana" userId="ff0ae4fb-5158-44ab-9438-4247c64d5f25" providerId="ADAL" clId="{E26F1B81-452C-4DB5-A6C7-8A3E372FAF0F}" dt="2022-01-18T10:28:13.798" v="192"/>
          <ac:spMkLst>
            <pc:docMk/>
            <pc:sldMk cId="3099573149" sldId="352"/>
            <ac:spMk id="8" creationId="{7D4BC5DC-E41E-4D96-B0E3-858C823AB857}"/>
          </ac:spMkLst>
        </pc:spChg>
        <pc:spChg chg="add del mod">
          <ac:chgData name="Dr. Nahid Sultana" userId="ff0ae4fb-5158-44ab-9438-4247c64d5f25" providerId="ADAL" clId="{E26F1B81-452C-4DB5-A6C7-8A3E372FAF0F}" dt="2022-01-18T10:28:23.877" v="193" actId="478"/>
          <ac:spMkLst>
            <pc:docMk/>
            <pc:sldMk cId="3099573149" sldId="352"/>
            <ac:spMk id="11" creationId="{ADC7B50D-77DD-4077-A430-572B8C418456}"/>
          </ac:spMkLst>
        </pc:spChg>
        <pc:spChg chg="add mod">
          <ac:chgData name="Dr. Nahid Sultana" userId="ff0ae4fb-5158-44ab-9438-4247c64d5f25" providerId="ADAL" clId="{E26F1B81-452C-4DB5-A6C7-8A3E372FAF0F}" dt="2022-01-18T10:28:13.798" v="192"/>
          <ac:spMkLst>
            <pc:docMk/>
            <pc:sldMk cId="3099573149" sldId="352"/>
            <ac:spMk id="14" creationId="{DE388E2C-8C6A-4161-9105-1FFAEF432C15}"/>
          </ac:spMkLst>
        </pc:spChg>
        <pc:spChg chg="add mod">
          <ac:chgData name="Dr. Nahid Sultana" userId="ff0ae4fb-5158-44ab-9438-4247c64d5f25" providerId="ADAL" clId="{E26F1B81-452C-4DB5-A6C7-8A3E372FAF0F}" dt="2022-01-18T10:28:52.835" v="198" actId="14100"/>
          <ac:spMkLst>
            <pc:docMk/>
            <pc:sldMk cId="3099573149" sldId="352"/>
            <ac:spMk id="15" creationId="{E5DA30B5-382E-4DBC-8B84-324654A32A7F}"/>
          </ac:spMkLst>
        </pc:spChg>
        <pc:picChg chg="del">
          <ac:chgData name="Dr. Nahid Sultana" userId="ff0ae4fb-5158-44ab-9438-4247c64d5f25" providerId="ADAL" clId="{E26F1B81-452C-4DB5-A6C7-8A3E372FAF0F}" dt="2022-01-18T10:28:12.141" v="191" actId="478"/>
          <ac:picMkLst>
            <pc:docMk/>
            <pc:sldMk cId="3099573149" sldId="352"/>
            <ac:picMk id="3" creationId="{00000000-0000-0000-0000-000000000000}"/>
          </ac:picMkLst>
        </pc:picChg>
        <pc:picChg chg="add mod">
          <ac:chgData name="Dr. Nahid Sultana" userId="ff0ae4fb-5158-44ab-9438-4247c64d5f25" providerId="ADAL" clId="{E26F1B81-452C-4DB5-A6C7-8A3E372FAF0F}" dt="2022-01-18T10:28:13.798" v="192"/>
          <ac:picMkLst>
            <pc:docMk/>
            <pc:sldMk cId="3099573149" sldId="352"/>
            <ac:picMk id="9" creationId="{4ED72014-40AC-4338-9F73-5247E9F5503D}"/>
          </ac:picMkLst>
        </pc:picChg>
        <pc:picChg chg="del">
          <ac:chgData name="Dr. Nahid Sultana" userId="ff0ae4fb-5158-44ab-9438-4247c64d5f25" providerId="ADAL" clId="{E26F1B81-452C-4DB5-A6C7-8A3E372FAF0F}" dt="2022-01-18T10:28:12.141" v="191" actId="478"/>
          <ac:picMkLst>
            <pc:docMk/>
            <pc:sldMk cId="3099573149" sldId="352"/>
            <ac:picMk id="10" creationId="{00000000-0000-0000-0000-000000000000}"/>
          </ac:picMkLst>
        </pc:picChg>
        <pc:picChg chg="add mod">
          <ac:chgData name="Dr. Nahid Sultana" userId="ff0ae4fb-5158-44ab-9438-4247c64d5f25" providerId="ADAL" clId="{E26F1B81-452C-4DB5-A6C7-8A3E372FAF0F}" dt="2022-01-18T10:28:13.798" v="192"/>
          <ac:picMkLst>
            <pc:docMk/>
            <pc:sldMk cId="3099573149" sldId="352"/>
            <ac:picMk id="12" creationId="{B0F9B9FE-C83A-47EC-951E-F02E676D2276}"/>
          </ac:picMkLst>
        </pc:picChg>
        <pc:picChg chg="add mod">
          <ac:chgData name="Dr. Nahid Sultana" userId="ff0ae4fb-5158-44ab-9438-4247c64d5f25" providerId="ADAL" clId="{E26F1B81-452C-4DB5-A6C7-8A3E372FAF0F}" dt="2022-01-18T10:28:13.798" v="192"/>
          <ac:picMkLst>
            <pc:docMk/>
            <pc:sldMk cId="3099573149" sldId="352"/>
            <ac:picMk id="13" creationId="{23038498-1E7A-450C-8C3C-035838A22110}"/>
          </ac:picMkLst>
        </pc:picChg>
      </pc:sldChg>
      <pc:sldChg chg="addSp delSp modSp mod delAnim modAnim">
        <pc:chgData name="Dr. Nahid Sultana" userId="ff0ae4fb-5158-44ab-9438-4247c64d5f25" providerId="ADAL" clId="{E26F1B81-452C-4DB5-A6C7-8A3E372FAF0F}" dt="2022-01-18T10:45:02.146" v="277"/>
        <pc:sldMkLst>
          <pc:docMk/>
          <pc:sldMk cId="2945584762" sldId="353"/>
        </pc:sldMkLst>
        <pc:spChg chg="mod">
          <ac:chgData name="Dr. Nahid Sultana" userId="ff0ae4fb-5158-44ab-9438-4247c64d5f25" providerId="ADAL" clId="{E26F1B81-452C-4DB5-A6C7-8A3E372FAF0F}" dt="2022-01-18T10:42:57.727" v="265" actId="1038"/>
          <ac:spMkLst>
            <pc:docMk/>
            <pc:sldMk cId="2945584762" sldId="353"/>
            <ac:spMk id="4" creationId="{00000000-0000-0000-0000-000000000000}"/>
          </ac:spMkLst>
        </pc:spChg>
        <pc:spChg chg="mod">
          <ac:chgData name="Dr. Nahid Sultana" userId="ff0ae4fb-5158-44ab-9438-4247c64d5f25" providerId="ADAL" clId="{E26F1B81-452C-4DB5-A6C7-8A3E372FAF0F}" dt="2022-01-18T10:42:57.727" v="265" actId="1038"/>
          <ac:spMkLst>
            <pc:docMk/>
            <pc:sldMk cId="2945584762" sldId="353"/>
            <ac:spMk id="5" creationId="{00000000-0000-0000-0000-000000000000}"/>
          </ac:spMkLst>
        </pc:spChg>
        <pc:spChg chg="add del mod">
          <ac:chgData name="Dr. Nahid Sultana" userId="ff0ae4fb-5158-44ab-9438-4247c64d5f25" providerId="ADAL" clId="{E26F1B81-452C-4DB5-A6C7-8A3E372FAF0F}" dt="2022-01-18T10:42:50.694" v="238"/>
          <ac:spMkLst>
            <pc:docMk/>
            <pc:sldMk cId="2945584762" sldId="353"/>
            <ac:spMk id="13" creationId="{A439F1F1-5E8B-411A-83B9-DC44803FBE4A}"/>
          </ac:spMkLst>
        </pc:spChg>
        <pc:spChg chg="add del mod">
          <ac:chgData name="Dr. Nahid Sultana" userId="ff0ae4fb-5158-44ab-9438-4247c64d5f25" providerId="ADAL" clId="{E26F1B81-452C-4DB5-A6C7-8A3E372FAF0F}" dt="2022-01-18T10:42:50.694" v="238"/>
          <ac:spMkLst>
            <pc:docMk/>
            <pc:sldMk cId="2945584762" sldId="353"/>
            <ac:spMk id="14" creationId="{F5B240AD-A13C-4A9D-B47A-F90EA90BC31E}"/>
          </ac:spMkLst>
        </pc:spChg>
        <pc:spChg chg="add mod">
          <ac:chgData name="Dr. Nahid Sultana" userId="ff0ae4fb-5158-44ab-9438-4247c64d5f25" providerId="ADAL" clId="{E26F1B81-452C-4DB5-A6C7-8A3E372FAF0F}" dt="2022-01-18T10:42:59.821" v="266"/>
          <ac:spMkLst>
            <pc:docMk/>
            <pc:sldMk cId="2945584762" sldId="353"/>
            <ac:spMk id="19" creationId="{1F7E27A7-9388-422D-B725-41155EA97B58}"/>
          </ac:spMkLst>
        </pc:spChg>
        <pc:spChg chg="add mod">
          <ac:chgData name="Dr. Nahid Sultana" userId="ff0ae4fb-5158-44ab-9438-4247c64d5f25" providerId="ADAL" clId="{E26F1B81-452C-4DB5-A6C7-8A3E372FAF0F}" dt="2022-01-18T10:45:02.146" v="277"/>
          <ac:spMkLst>
            <pc:docMk/>
            <pc:sldMk cId="2945584762" sldId="353"/>
            <ac:spMk id="20" creationId="{57639B0C-F9D3-42E9-88DF-86CAF12EA13B}"/>
          </ac:spMkLst>
        </pc:spChg>
        <pc:picChg chg="del">
          <ac:chgData name="Dr. Nahid Sultana" userId="ff0ae4fb-5158-44ab-9438-4247c64d5f25" providerId="ADAL" clId="{E26F1B81-452C-4DB5-A6C7-8A3E372FAF0F}" dt="2022-01-18T10:42:42.021" v="235" actId="478"/>
          <ac:picMkLst>
            <pc:docMk/>
            <pc:sldMk cId="2945584762" sldId="353"/>
            <ac:picMk id="2" creationId="{00000000-0000-0000-0000-000000000000}"/>
          </ac:picMkLst>
        </pc:picChg>
        <pc:picChg chg="del">
          <ac:chgData name="Dr. Nahid Sultana" userId="ff0ae4fb-5158-44ab-9438-4247c64d5f25" providerId="ADAL" clId="{E26F1B81-452C-4DB5-A6C7-8A3E372FAF0F}" dt="2022-01-18T10:42:43.802" v="236" actId="478"/>
          <ac:picMkLst>
            <pc:docMk/>
            <pc:sldMk cId="2945584762" sldId="353"/>
            <ac:picMk id="8" creationId="{00000000-0000-0000-0000-000000000000}"/>
          </ac:picMkLst>
        </pc:picChg>
        <pc:picChg chg="add del mod">
          <ac:chgData name="Dr. Nahid Sultana" userId="ff0ae4fb-5158-44ab-9438-4247c64d5f25" providerId="ADAL" clId="{E26F1B81-452C-4DB5-A6C7-8A3E372FAF0F}" dt="2022-01-18T10:42:50.694" v="238"/>
          <ac:picMkLst>
            <pc:docMk/>
            <pc:sldMk cId="2945584762" sldId="353"/>
            <ac:picMk id="9" creationId="{D4D954D9-C608-4F76-B725-E4E0F9A2DB36}"/>
          </ac:picMkLst>
        </pc:picChg>
        <pc:picChg chg="add del mod">
          <ac:chgData name="Dr. Nahid Sultana" userId="ff0ae4fb-5158-44ab-9438-4247c64d5f25" providerId="ADAL" clId="{E26F1B81-452C-4DB5-A6C7-8A3E372FAF0F}" dt="2022-01-18T10:42:50.694" v="238"/>
          <ac:picMkLst>
            <pc:docMk/>
            <pc:sldMk cId="2945584762" sldId="353"/>
            <ac:picMk id="10" creationId="{E33793C3-B863-478D-BB40-25659B607E0D}"/>
          </ac:picMkLst>
        </pc:picChg>
        <pc:picChg chg="add del mod">
          <ac:chgData name="Dr. Nahid Sultana" userId="ff0ae4fb-5158-44ab-9438-4247c64d5f25" providerId="ADAL" clId="{E26F1B81-452C-4DB5-A6C7-8A3E372FAF0F}" dt="2022-01-18T10:42:50.694" v="238"/>
          <ac:picMkLst>
            <pc:docMk/>
            <pc:sldMk cId="2945584762" sldId="353"/>
            <ac:picMk id="11" creationId="{1C5A3B97-B55D-4186-A551-CE9C95F433F7}"/>
          </ac:picMkLst>
        </pc:picChg>
        <pc:picChg chg="add del mod">
          <ac:chgData name="Dr. Nahid Sultana" userId="ff0ae4fb-5158-44ab-9438-4247c64d5f25" providerId="ADAL" clId="{E26F1B81-452C-4DB5-A6C7-8A3E372FAF0F}" dt="2022-01-18T10:42:50.694" v="238"/>
          <ac:picMkLst>
            <pc:docMk/>
            <pc:sldMk cId="2945584762" sldId="353"/>
            <ac:picMk id="12" creationId="{B955FB54-1AC6-489D-9AC0-D838951345AD}"/>
          </ac:picMkLst>
        </pc:picChg>
        <pc:picChg chg="add mod">
          <ac:chgData name="Dr. Nahid Sultana" userId="ff0ae4fb-5158-44ab-9438-4247c64d5f25" providerId="ADAL" clId="{E26F1B81-452C-4DB5-A6C7-8A3E372FAF0F}" dt="2022-01-18T10:43:13.057" v="268" actId="14100"/>
          <ac:picMkLst>
            <pc:docMk/>
            <pc:sldMk cId="2945584762" sldId="353"/>
            <ac:picMk id="15" creationId="{FCBDDF70-B2CF-4712-A108-A73502C29F2A}"/>
          </ac:picMkLst>
        </pc:picChg>
        <pc:picChg chg="add mod">
          <ac:chgData name="Dr. Nahid Sultana" userId="ff0ae4fb-5158-44ab-9438-4247c64d5f25" providerId="ADAL" clId="{E26F1B81-452C-4DB5-A6C7-8A3E372FAF0F}" dt="2022-01-18T10:42:59.821" v="266"/>
          <ac:picMkLst>
            <pc:docMk/>
            <pc:sldMk cId="2945584762" sldId="353"/>
            <ac:picMk id="16" creationId="{A6F2E3BE-8223-4014-A8B7-708547B77D04}"/>
          </ac:picMkLst>
        </pc:picChg>
        <pc:picChg chg="add mod">
          <ac:chgData name="Dr. Nahid Sultana" userId="ff0ae4fb-5158-44ab-9438-4247c64d5f25" providerId="ADAL" clId="{E26F1B81-452C-4DB5-A6C7-8A3E372FAF0F}" dt="2022-01-18T10:42:59.821" v="266"/>
          <ac:picMkLst>
            <pc:docMk/>
            <pc:sldMk cId="2945584762" sldId="353"/>
            <ac:picMk id="17" creationId="{FAFFD09E-F6C1-4EEB-A424-1C283BCF671F}"/>
          </ac:picMkLst>
        </pc:picChg>
        <pc:picChg chg="add mod">
          <ac:chgData name="Dr. Nahid Sultana" userId="ff0ae4fb-5158-44ab-9438-4247c64d5f25" providerId="ADAL" clId="{E26F1B81-452C-4DB5-A6C7-8A3E372FAF0F}" dt="2022-01-18T10:42:59.821" v="266"/>
          <ac:picMkLst>
            <pc:docMk/>
            <pc:sldMk cId="2945584762" sldId="353"/>
            <ac:picMk id="18" creationId="{6BC43708-1DFB-43BB-B98B-5AE95C41F1AE}"/>
          </ac:picMkLst>
        </pc:picChg>
      </pc:sldChg>
      <pc:sldChg chg="addSp delSp modSp mod modAnim">
        <pc:chgData name="Dr. Nahid Sultana" userId="ff0ae4fb-5158-44ab-9438-4247c64d5f25" providerId="ADAL" clId="{E26F1B81-452C-4DB5-A6C7-8A3E372FAF0F}" dt="2022-01-18T10:48:20.517" v="290" actId="1076"/>
        <pc:sldMkLst>
          <pc:docMk/>
          <pc:sldMk cId="1736590141" sldId="356"/>
        </pc:sldMkLst>
        <pc:spChg chg="del">
          <ac:chgData name="Dr. Nahid Sultana" userId="ff0ae4fb-5158-44ab-9438-4247c64d5f25" providerId="ADAL" clId="{E26F1B81-452C-4DB5-A6C7-8A3E372FAF0F}" dt="2022-01-18T10:47:05.072" v="281" actId="478"/>
          <ac:spMkLst>
            <pc:docMk/>
            <pc:sldMk cId="1736590141" sldId="356"/>
            <ac:spMk id="3" creationId="{00000000-0000-0000-0000-000000000000}"/>
          </ac:spMkLst>
        </pc:spChg>
        <pc:spChg chg="del mod">
          <ac:chgData name="Dr. Nahid Sultana" userId="ff0ae4fb-5158-44ab-9438-4247c64d5f25" providerId="ADAL" clId="{E26F1B81-452C-4DB5-A6C7-8A3E372FAF0F}" dt="2022-01-18T10:47:34.427" v="283" actId="478"/>
          <ac:spMkLst>
            <pc:docMk/>
            <pc:sldMk cId="1736590141" sldId="356"/>
            <ac:spMk id="9" creationId="{00000000-0000-0000-0000-000000000000}"/>
          </ac:spMkLst>
        </pc:spChg>
        <pc:spChg chg="add mod">
          <ac:chgData name="Dr. Nahid Sultana" userId="ff0ae4fb-5158-44ab-9438-4247c64d5f25" providerId="ADAL" clId="{E26F1B81-452C-4DB5-A6C7-8A3E372FAF0F}" dt="2022-01-18T10:47:50.293" v="289" actId="1036"/>
          <ac:spMkLst>
            <pc:docMk/>
            <pc:sldMk cId="1736590141" sldId="356"/>
            <ac:spMk id="10" creationId="{044893B9-44C6-44E2-9185-68C3BE87CC40}"/>
          </ac:spMkLst>
        </pc:spChg>
        <pc:spChg chg="add mod">
          <ac:chgData name="Dr. Nahid Sultana" userId="ff0ae4fb-5158-44ab-9438-4247c64d5f25" providerId="ADAL" clId="{E26F1B81-452C-4DB5-A6C7-8A3E372FAF0F}" dt="2022-01-18T10:48:20.517" v="290" actId="1076"/>
          <ac:spMkLst>
            <pc:docMk/>
            <pc:sldMk cId="1736590141" sldId="356"/>
            <ac:spMk id="11" creationId="{B0E795FF-153D-4A82-A903-EC9DB681D278}"/>
          </ac:spMkLst>
        </pc:spChg>
        <pc:picChg chg="add del mod">
          <ac:chgData name="Dr. Nahid Sultana" userId="ff0ae4fb-5158-44ab-9438-4247c64d5f25" providerId="ADAL" clId="{E26F1B81-452C-4DB5-A6C7-8A3E372FAF0F}" dt="2022-01-18T10:47:36.583" v="284" actId="478"/>
          <ac:picMkLst>
            <pc:docMk/>
            <pc:sldMk cId="1736590141" sldId="356"/>
            <ac:picMk id="8" creationId="{B4B2F2B6-FA56-4254-998F-7C82C56419F2}"/>
          </ac:picMkLst>
        </pc:picChg>
        <pc:picChg chg="add mod">
          <ac:chgData name="Dr. Nahid Sultana" userId="ff0ae4fb-5158-44ab-9438-4247c64d5f25" providerId="ADAL" clId="{E26F1B81-452C-4DB5-A6C7-8A3E372FAF0F}" dt="2022-01-18T10:47:38.099" v="285"/>
          <ac:picMkLst>
            <pc:docMk/>
            <pc:sldMk cId="1736590141" sldId="356"/>
            <ac:picMk id="12" creationId="{DE304169-8E94-4A66-B3C1-057070413F25}"/>
          </ac:picMkLst>
        </pc:picChg>
      </pc:sldChg>
      <pc:sldChg chg="del">
        <pc:chgData name="Dr. Nahid Sultana" userId="ff0ae4fb-5158-44ab-9438-4247c64d5f25" providerId="ADAL" clId="{E26F1B81-452C-4DB5-A6C7-8A3E372FAF0F}" dt="2022-01-18T10:48:37.456" v="291" actId="47"/>
        <pc:sldMkLst>
          <pc:docMk/>
          <pc:sldMk cId="1819948021" sldId="357"/>
        </pc:sldMkLst>
      </pc:sldChg>
      <pc:sldChg chg="addSp delSp modSp mod addAnim delAnim modAnim">
        <pc:chgData name="Dr. Nahid Sultana" userId="ff0ae4fb-5158-44ab-9438-4247c64d5f25" providerId="ADAL" clId="{E26F1B81-452C-4DB5-A6C7-8A3E372FAF0F}" dt="2022-01-18T10:50:40.011" v="315" actId="1035"/>
        <pc:sldMkLst>
          <pc:docMk/>
          <pc:sldMk cId="4111440091" sldId="358"/>
        </pc:sldMkLst>
        <pc:spChg chg="add del mod">
          <ac:chgData name="Dr. Nahid Sultana" userId="ff0ae4fb-5158-44ab-9438-4247c64d5f25" providerId="ADAL" clId="{E26F1B81-452C-4DB5-A6C7-8A3E372FAF0F}" dt="2022-01-18T10:50:11.225" v="305"/>
          <ac:spMkLst>
            <pc:docMk/>
            <pc:sldMk cId="4111440091" sldId="358"/>
            <ac:spMk id="12" creationId="{833E20F6-40F3-4FAB-94A3-C6D00A8621CB}"/>
          </ac:spMkLst>
        </pc:spChg>
        <pc:spChg chg="add mod">
          <ac:chgData name="Dr. Nahid Sultana" userId="ff0ae4fb-5158-44ab-9438-4247c64d5f25" providerId="ADAL" clId="{E26F1B81-452C-4DB5-A6C7-8A3E372FAF0F}" dt="2022-01-18T10:50:40.011" v="315" actId="1035"/>
          <ac:spMkLst>
            <pc:docMk/>
            <pc:sldMk cId="4111440091" sldId="358"/>
            <ac:spMk id="16" creationId="{985DBD2A-8BBF-4B3B-8242-652BCB3EF79F}"/>
          </ac:spMkLst>
        </pc:spChg>
        <pc:picChg chg="add del mod">
          <ac:chgData name="Dr. Nahid Sultana" userId="ff0ae4fb-5158-44ab-9438-4247c64d5f25" providerId="ADAL" clId="{E26F1B81-452C-4DB5-A6C7-8A3E372FAF0F}" dt="2022-01-18T10:50:18.503" v="308" actId="1076"/>
          <ac:picMkLst>
            <pc:docMk/>
            <pc:sldMk cId="4111440091" sldId="358"/>
            <ac:picMk id="3" creationId="{00000000-0000-0000-0000-000000000000}"/>
          </ac:picMkLst>
        </pc:picChg>
        <pc:picChg chg="add del mod">
          <ac:chgData name="Dr. Nahid Sultana" userId="ff0ae4fb-5158-44ab-9438-4247c64d5f25" providerId="ADAL" clId="{E26F1B81-452C-4DB5-A6C7-8A3E372FAF0F}" dt="2022-01-18T10:50:11.225" v="305"/>
          <ac:picMkLst>
            <pc:docMk/>
            <pc:sldMk cId="4111440091" sldId="358"/>
            <ac:picMk id="8" creationId="{C86A3271-1D69-4EB3-A68C-F26B1D4B22AF}"/>
          </ac:picMkLst>
        </pc:picChg>
        <pc:picChg chg="add del">
          <ac:chgData name="Dr. Nahid Sultana" userId="ff0ae4fb-5158-44ab-9438-4247c64d5f25" providerId="ADAL" clId="{E26F1B81-452C-4DB5-A6C7-8A3E372FAF0F}" dt="2022-01-18T10:50:20.724" v="309" actId="478"/>
          <ac:picMkLst>
            <pc:docMk/>
            <pc:sldMk cId="4111440091" sldId="358"/>
            <ac:picMk id="9" creationId="{00000000-0000-0000-0000-000000000000}"/>
          </ac:picMkLst>
        </pc:picChg>
        <pc:picChg chg="add del mod">
          <ac:chgData name="Dr. Nahid Sultana" userId="ff0ae4fb-5158-44ab-9438-4247c64d5f25" providerId="ADAL" clId="{E26F1B81-452C-4DB5-A6C7-8A3E372FAF0F}" dt="2022-01-18T10:50:11.225" v="305"/>
          <ac:picMkLst>
            <pc:docMk/>
            <pc:sldMk cId="4111440091" sldId="358"/>
            <ac:picMk id="10" creationId="{C9E70903-9517-4437-84E4-637A1948E50F}"/>
          </ac:picMkLst>
        </pc:picChg>
        <pc:picChg chg="add del mod">
          <ac:chgData name="Dr. Nahid Sultana" userId="ff0ae4fb-5158-44ab-9438-4247c64d5f25" providerId="ADAL" clId="{E26F1B81-452C-4DB5-A6C7-8A3E372FAF0F}" dt="2022-01-18T10:50:11.225" v="305"/>
          <ac:picMkLst>
            <pc:docMk/>
            <pc:sldMk cId="4111440091" sldId="358"/>
            <ac:picMk id="11" creationId="{39D54AAB-1FDA-4EBE-A2B4-694CABF0BAD3}"/>
          </ac:picMkLst>
        </pc:picChg>
        <pc:picChg chg="add del mod">
          <ac:chgData name="Dr. Nahid Sultana" userId="ff0ae4fb-5158-44ab-9438-4247c64d5f25" providerId="ADAL" clId="{E26F1B81-452C-4DB5-A6C7-8A3E372FAF0F}" dt="2022-01-18T10:50:09.740" v="303"/>
          <ac:picMkLst>
            <pc:docMk/>
            <pc:sldMk cId="4111440091" sldId="358"/>
            <ac:picMk id="13" creationId="{E40922C4-FB64-4355-A916-6AD753DEED58}"/>
          </ac:picMkLst>
        </pc:picChg>
        <pc:picChg chg="add mod">
          <ac:chgData name="Dr. Nahid Sultana" userId="ff0ae4fb-5158-44ab-9438-4247c64d5f25" providerId="ADAL" clId="{E26F1B81-452C-4DB5-A6C7-8A3E372FAF0F}" dt="2022-01-18T10:50:40.011" v="315" actId="1035"/>
          <ac:picMkLst>
            <pc:docMk/>
            <pc:sldMk cId="4111440091" sldId="358"/>
            <ac:picMk id="14" creationId="{C7411D02-BE3A-411C-AF23-A82704C62280}"/>
          </ac:picMkLst>
        </pc:picChg>
        <pc:picChg chg="add mod">
          <ac:chgData name="Dr. Nahid Sultana" userId="ff0ae4fb-5158-44ab-9438-4247c64d5f25" providerId="ADAL" clId="{E26F1B81-452C-4DB5-A6C7-8A3E372FAF0F}" dt="2022-01-18T10:50:40.011" v="315" actId="1035"/>
          <ac:picMkLst>
            <pc:docMk/>
            <pc:sldMk cId="4111440091" sldId="358"/>
            <ac:picMk id="15" creationId="{6E90A100-10F0-4EBE-88BE-F6E2C6D1E297}"/>
          </ac:picMkLst>
        </pc:picChg>
      </pc:sldChg>
      <pc:sldChg chg="modAnim">
        <pc:chgData name="Dr. Nahid Sultana" userId="ff0ae4fb-5158-44ab-9438-4247c64d5f25" providerId="ADAL" clId="{E26F1B81-452C-4DB5-A6C7-8A3E372FAF0F}" dt="2022-01-24T06:52:14.926" v="365"/>
        <pc:sldMkLst>
          <pc:docMk/>
          <pc:sldMk cId="2485717772" sldId="373"/>
        </pc:sldMkLst>
      </pc:sldChg>
      <pc:sldChg chg="modAnim">
        <pc:chgData name="Dr. Nahid Sultana" userId="ff0ae4fb-5158-44ab-9438-4247c64d5f25" providerId="ADAL" clId="{E26F1B81-452C-4DB5-A6C7-8A3E372FAF0F}" dt="2022-01-24T06:52:43.826" v="368"/>
        <pc:sldMkLst>
          <pc:docMk/>
          <pc:sldMk cId="2356841323" sldId="374"/>
        </pc:sldMkLst>
      </pc:sldChg>
      <pc:sldChg chg="addSp delSp modSp new del mod modAnim">
        <pc:chgData name="Dr. Nahid Sultana" userId="ff0ae4fb-5158-44ab-9438-4247c64d5f25" providerId="ADAL" clId="{E26F1B81-452C-4DB5-A6C7-8A3E372FAF0F}" dt="2022-01-18T08:51:06.037" v="142" actId="680"/>
        <pc:sldMkLst>
          <pc:docMk/>
          <pc:sldMk cId="1907502400" sldId="382"/>
        </pc:sldMkLst>
        <pc:spChg chg="add del mod">
          <ac:chgData name="Dr. Nahid Sultana" userId="ff0ae4fb-5158-44ab-9438-4247c64d5f25" providerId="ADAL" clId="{E26F1B81-452C-4DB5-A6C7-8A3E372FAF0F}" dt="2022-01-18T08:51:03.616" v="141" actId="27636"/>
          <ac:spMkLst>
            <pc:docMk/>
            <pc:sldMk cId="1907502400" sldId="382"/>
            <ac:spMk id="3" creationId="{E3D6A820-AB54-4F46-926B-C8FCB33F799B}"/>
          </ac:spMkLst>
        </pc:spChg>
        <pc:spChg chg="mod">
          <ac:chgData name="Dr. Nahid Sultana" userId="ff0ae4fb-5158-44ab-9438-4247c64d5f25" providerId="ADAL" clId="{E26F1B81-452C-4DB5-A6C7-8A3E372FAF0F}" dt="2022-01-18T08:51:02.914" v="138" actId="1036"/>
          <ac:spMkLst>
            <pc:docMk/>
            <pc:sldMk cId="1907502400" sldId="382"/>
            <ac:spMk id="4" creationId="{C2A137F4-C29A-4FF4-8C80-70F2B468F7DC}"/>
          </ac:spMkLst>
        </pc:spChg>
        <pc:spChg chg="mod">
          <ac:chgData name="Dr. Nahid Sultana" userId="ff0ae4fb-5158-44ab-9438-4247c64d5f25" providerId="ADAL" clId="{E26F1B81-452C-4DB5-A6C7-8A3E372FAF0F}" dt="2022-01-18T08:51:02.914" v="138" actId="1036"/>
          <ac:spMkLst>
            <pc:docMk/>
            <pc:sldMk cId="1907502400" sldId="382"/>
            <ac:spMk id="5" creationId="{26A64FB9-D140-438A-A19C-0909E6872329}"/>
          </ac:spMkLst>
        </pc:spChg>
        <pc:spChg chg="mod">
          <ac:chgData name="Dr. Nahid Sultana" userId="ff0ae4fb-5158-44ab-9438-4247c64d5f25" providerId="ADAL" clId="{E26F1B81-452C-4DB5-A6C7-8A3E372FAF0F}" dt="2022-01-18T08:51:03.584" v="140" actId="478"/>
          <ac:spMkLst>
            <pc:docMk/>
            <pc:sldMk cId="1907502400" sldId="382"/>
            <ac:spMk id="6" creationId="{3B4D499B-B327-418D-8745-1CAAEB235BD7}"/>
          </ac:spMkLst>
        </pc:spChg>
        <pc:spChg chg="add del mod">
          <ac:chgData name="Dr. Nahid Sultana" userId="ff0ae4fb-5158-44ab-9438-4247c64d5f25" providerId="ADAL" clId="{E26F1B81-452C-4DB5-A6C7-8A3E372FAF0F}" dt="2022-01-18T08:51:01.487" v="137"/>
          <ac:spMkLst>
            <pc:docMk/>
            <pc:sldMk cId="1907502400" sldId="382"/>
            <ac:spMk id="15" creationId="{E5777129-B2DD-4A5B-929E-604ED879570A}"/>
          </ac:spMkLst>
        </pc:spChg>
        <pc:picChg chg="add del mod">
          <ac:chgData name="Dr. Nahid Sultana" userId="ff0ae4fb-5158-44ab-9438-4247c64d5f25" providerId="ADAL" clId="{E26F1B81-452C-4DB5-A6C7-8A3E372FAF0F}" dt="2022-01-18T08:51:01.487" v="137"/>
          <ac:picMkLst>
            <pc:docMk/>
            <pc:sldMk cId="1907502400" sldId="382"/>
            <ac:picMk id="7" creationId="{27B4E970-CE86-4AF1-9F8B-9769BB5C3DF5}"/>
          </ac:picMkLst>
        </pc:picChg>
        <pc:picChg chg="add del mod">
          <ac:chgData name="Dr. Nahid Sultana" userId="ff0ae4fb-5158-44ab-9438-4247c64d5f25" providerId="ADAL" clId="{E26F1B81-452C-4DB5-A6C7-8A3E372FAF0F}" dt="2022-01-18T08:51:01.487" v="137"/>
          <ac:picMkLst>
            <pc:docMk/>
            <pc:sldMk cId="1907502400" sldId="382"/>
            <ac:picMk id="8" creationId="{8FF97D94-9819-4C1B-8BCB-1C0D9E63C03A}"/>
          </ac:picMkLst>
        </pc:picChg>
        <pc:picChg chg="add del mod">
          <ac:chgData name="Dr. Nahid Sultana" userId="ff0ae4fb-5158-44ab-9438-4247c64d5f25" providerId="ADAL" clId="{E26F1B81-452C-4DB5-A6C7-8A3E372FAF0F}" dt="2022-01-18T08:51:01.487" v="137"/>
          <ac:picMkLst>
            <pc:docMk/>
            <pc:sldMk cId="1907502400" sldId="382"/>
            <ac:picMk id="9" creationId="{AE5A27A5-2177-4CA1-9869-0B2D7FBE4D1E}"/>
          </ac:picMkLst>
        </pc:picChg>
        <pc:picChg chg="add del mod">
          <ac:chgData name="Dr. Nahid Sultana" userId="ff0ae4fb-5158-44ab-9438-4247c64d5f25" providerId="ADAL" clId="{E26F1B81-452C-4DB5-A6C7-8A3E372FAF0F}" dt="2022-01-18T08:51:01.487" v="137"/>
          <ac:picMkLst>
            <pc:docMk/>
            <pc:sldMk cId="1907502400" sldId="382"/>
            <ac:picMk id="10" creationId="{8F86BA07-703A-4FAA-8016-D57915F45C14}"/>
          </ac:picMkLst>
        </pc:picChg>
        <pc:picChg chg="add del mod">
          <ac:chgData name="Dr. Nahid Sultana" userId="ff0ae4fb-5158-44ab-9438-4247c64d5f25" providerId="ADAL" clId="{E26F1B81-452C-4DB5-A6C7-8A3E372FAF0F}" dt="2022-01-18T08:51:01.487" v="137"/>
          <ac:picMkLst>
            <pc:docMk/>
            <pc:sldMk cId="1907502400" sldId="382"/>
            <ac:picMk id="11" creationId="{F59B7BB2-41C8-4181-975F-4FAE82FA03BA}"/>
          </ac:picMkLst>
        </pc:picChg>
        <pc:picChg chg="add del mod">
          <ac:chgData name="Dr. Nahid Sultana" userId="ff0ae4fb-5158-44ab-9438-4247c64d5f25" providerId="ADAL" clId="{E26F1B81-452C-4DB5-A6C7-8A3E372FAF0F}" dt="2022-01-18T08:51:01.487" v="137"/>
          <ac:picMkLst>
            <pc:docMk/>
            <pc:sldMk cId="1907502400" sldId="382"/>
            <ac:picMk id="12" creationId="{9D503D3F-0B56-45C1-9CEA-70D4A78A9513}"/>
          </ac:picMkLst>
        </pc:picChg>
        <pc:picChg chg="add del mod">
          <ac:chgData name="Dr. Nahid Sultana" userId="ff0ae4fb-5158-44ab-9438-4247c64d5f25" providerId="ADAL" clId="{E26F1B81-452C-4DB5-A6C7-8A3E372FAF0F}" dt="2022-01-18T08:51:01.487" v="137"/>
          <ac:picMkLst>
            <pc:docMk/>
            <pc:sldMk cId="1907502400" sldId="382"/>
            <ac:picMk id="13" creationId="{87C9217E-4053-4F6C-9A1D-49FDFC91CD93}"/>
          </ac:picMkLst>
        </pc:picChg>
        <pc:picChg chg="add del mod">
          <ac:chgData name="Dr. Nahid Sultana" userId="ff0ae4fb-5158-44ab-9438-4247c64d5f25" providerId="ADAL" clId="{E26F1B81-452C-4DB5-A6C7-8A3E372FAF0F}" dt="2022-01-18T08:51:01.487" v="137"/>
          <ac:picMkLst>
            <pc:docMk/>
            <pc:sldMk cId="1907502400" sldId="382"/>
            <ac:picMk id="14" creationId="{9BC35EA4-E65B-4189-AB0B-17BEDF4A757E}"/>
          </ac:picMkLst>
        </pc:picChg>
      </pc:sldChg>
      <pc:sldChg chg="addSp delSp modSp add mod">
        <pc:chgData name="Dr. Nahid Sultana" userId="ff0ae4fb-5158-44ab-9438-4247c64d5f25" providerId="ADAL" clId="{E26F1B81-452C-4DB5-A6C7-8A3E372FAF0F}" dt="2022-01-18T10:36:51.321" v="234" actId="1076"/>
        <pc:sldMkLst>
          <pc:docMk/>
          <pc:sldMk cId="3886109149" sldId="403"/>
        </pc:sldMkLst>
        <pc:spChg chg="mod">
          <ac:chgData name="Dr. Nahid Sultana" userId="ff0ae4fb-5158-44ab-9438-4247c64d5f25" providerId="ADAL" clId="{E26F1B81-452C-4DB5-A6C7-8A3E372FAF0F}" dt="2022-01-18T10:35:26.999" v="215"/>
          <ac:spMkLst>
            <pc:docMk/>
            <pc:sldMk cId="3886109149" sldId="403"/>
            <ac:spMk id="2" creationId="{99DAA778-285E-4D18-8D5A-A15AF1E0900F}"/>
          </ac:spMkLst>
        </pc:spChg>
        <pc:picChg chg="add mod">
          <ac:chgData name="Dr. Nahid Sultana" userId="ff0ae4fb-5158-44ab-9438-4247c64d5f25" providerId="ADAL" clId="{E26F1B81-452C-4DB5-A6C7-8A3E372FAF0F}" dt="2022-01-18T10:36:42.396" v="232" actId="1076"/>
          <ac:picMkLst>
            <pc:docMk/>
            <pc:sldMk cId="3886109149" sldId="403"/>
            <ac:picMk id="5" creationId="{D746CB4A-B685-4CF9-9EDF-7372D8ECD45A}"/>
          </ac:picMkLst>
        </pc:picChg>
        <pc:picChg chg="mod">
          <ac:chgData name="Dr. Nahid Sultana" userId="ff0ae4fb-5158-44ab-9438-4247c64d5f25" providerId="ADAL" clId="{E26F1B81-452C-4DB5-A6C7-8A3E372FAF0F}" dt="2022-01-18T10:36:38.225" v="231" actId="1076"/>
          <ac:picMkLst>
            <pc:docMk/>
            <pc:sldMk cId="3886109149" sldId="403"/>
            <ac:picMk id="8" creationId="{EC4AA789-3DD9-401C-8501-032D51C9A199}"/>
          </ac:picMkLst>
        </pc:picChg>
        <pc:picChg chg="mod">
          <ac:chgData name="Dr. Nahid Sultana" userId="ff0ae4fb-5158-44ab-9438-4247c64d5f25" providerId="ADAL" clId="{E26F1B81-452C-4DB5-A6C7-8A3E372FAF0F}" dt="2022-01-18T10:36:47.993" v="233" actId="1076"/>
          <ac:picMkLst>
            <pc:docMk/>
            <pc:sldMk cId="3886109149" sldId="403"/>
            <ac:picMk id="9" creationId="{61DE93E2-AD36-4A6A-82BB-2F85BA0F97E5}"/>
          </ac:picMkLst>
        </pc:picChg>
        <pc:picChg chg="mod">
          <ac:chgData name="Dr. Nahid Sultana" userId="ff0ae4fb-5158-44ab-9438-4247c64d5f25" providerId="ADAL" clId="{E26F1B81-452C-4DB5-A6C7-8A3E372FAF0F}" dt="2022-01-18T10:36:51.321" v="234" actId="1076"/>
          <ac:picMkLst>
            <pc:docMk/>
            <pc:sldMk cId="3886109149" sldId="403"/>
            <ac:picMk id="10" creationId="{4142B86B-514B-4471-BA61-60E8A67AD3C9}"/>
          </ac:picMkLst>
        </pc:picChg>
        <pc:picChg chg="del">
          <ac:chgData name="Dr. Nahid Sultana" userId="ff0ae4fb-5158-44ab-9438-4247c64d5f25" providerId="ADAL" clId="{E26F1B81-452C-4DB5-A6C7-8A3E372FAF0F}" dt="2022-01-18T10:35:35.480" v="216" actId="21"/>
          <ac:picMkLst>
            <pc:docMk/>
            <pc:sldMk cId="3886109149" sldId="403"/>
            <ac:picMk id="11" creationId="{D41C2671-77E8-4E17-97A8-A34CD6FB868A}"/>
          </ac:picMkLst>
        </pc:picChg>
      </pc:sldChg>
      <pc:sldChg chg="addSp delSp modSp new mod modAnim">
        <pc:chgData name="Dr. Nahid Sultana" userId="ff0ae4fb-5158-44ab-9438-4247c64d5f25" providerId="ADAL" clId="{E26F1B81-452C-4DB5-A6C7-8A3E372FAF0F}" dt="2022-01-18T10:54:52.753" v="364" actId="1076"/>
        <pc:sldMkLst>
          <pc:docMk/>
          <pc:sldMk cId="1243156030" sldId="404"/>
        </pc:sldMkLst>
        <pc:spChg chg="del">
          <ac:chgData name="Dr. Nahid Sultana" userId="ff0ae4fb-5158-44ab-9438-4247c64d5f25" providerId="ADAL" clId="{E26F1B81-452C-4DB5-A6C7-8A3E372FAF0F}" dt="2022-01-18T10:52:59.564" v="320" actId="478"/>
          <ac:spMkLst>
            <pc:docMk/>
            <pc:sldMk cId="1243156030" sldId="404"/>
            <ac:spMk id="2" creationId="{F71BE856-5128-427D-B928-EBFE3C6C73EC}"/>
          </ac:spMkLst>
        </pc:spChg>
        <pc:spChg chg="del">
          <ac:chgData name="Dr. Nahid Sultana" userId="ff0ae4fb-5158-44ab-9438-4247c64d5f25" providerId="ADAL" clId="{E26F1B81-452C-4DB5-A6C7-8A3E372FAF0F}" dt="2022-01-18T10:52:51.970" v="317" actId="478"/>
          <ac:spMkLst>
            <pc:docMk/>
            <pc:sldMk cId="1243156030" sldId="404"/>
            <ac:spMk id="3" creationId="{8A50EDBE-F480-4A42-B21C-DF6B6793C248}"/>
          </ac:spMkLst>
        </pc:spChg>
        <pc:spChg chg="mod">
          <ac:chgData name="Dr. Nahid Sultana" userId="ff0ae4fb-5158-44ab-9438-4247c64d5f25" providerId="ADAL" clId="{E26F1B81-452C-4DB5-A6C7-8A3E372FAF0F}" dt="2022-01-18T10:54:46.629" v="363" actId="1036"/>
          <ac:spMkLst>
            <pc:docMk/>
            <pc:sldMk cId="1243156030" sldId="404"/>
            <ac:spMk id="4" creationId="{D4AE3DCD-8C91-4CB8-A412-F2816848DBB5}"/>
          </ac:spMkLst>
        </pc:spChg>
        <pc:spChg chg="mod">
          <ac:chgData name="Dr. Nahid Sultana" userId="ff0ae4fb-5158-44ab-9438-4247c64d5f25" providerId="ADAL" clId="{E26F1B81-452C-4DB5-A6C7-8A3E372FAF0F}" dt="2022-01-18T10:54:46.629" v="363" actId="1036"/>
          <ac:spMkLst>
            <pc:docMk/>
            <pc:sldMk cId="1243156030" sldId="404"/>
            <ac:spMk id="5" creationId="{D0F4D8F7-3820-4847-9896-E34433EC3CAD}"/>
          </ac:spMkLst>
        </pc:spChg>
        <pc:spChg chg="mod">
          <ac:chgData name="Dr. Nahid Sultana" userId="ff0ae4fb-5158-44ab-9438-4247c64d5f25" providerId="ADAL" clId="{E26F1B81-452C-4DB5-A6C7-8A3E372FAF0F}" dt="2022-01-18T10:52:52.063" v="318" actId="27636"/>
          <ac:spMkLst>
            <pc:docMk/>
            <pc:sldMk cId="1243156030" sldId="404"/>
            <ac:spMk id="6" creationId="{9F3DC5B4-F007-47CE-9F58-B99AD018AE75}"/>
          </ac:spMkLst>
        </pc:spChg>
        <pc:spChg chg="add mod">
          <ac:chgData name="Dr. Nahid Sultana" userId="ff0ae4fb-5158-44ab-9438-4247c64d5f25" providerId="ADAL" clId="{E26F1B81-452C-4DB5-A6C7-8A3E372FAF0F}" dt="2022-01-18T10:52:52.688" v="319"/>
          <ac:spMkLst>
            <pc:docMk/>
            <pc:sldMk cId="1243156030" sldId="404"/>
            <ac:spMk id="7" creationId="{F12EF113-AD74-488C-9B89-7D62BE715B48}"/>
          </ac:spMkLst>
        </pc:spChg>
        <pc:spChg chg="add mod">
          <ac:chgData name="Dr. Nahid Sultana" userId="ff0ae4fb-5158-44ab-9438-4247c64d5f25" providerId="ADAL" clId="{E26F1B81-452C-4DB5-A6C7-8A3E372FAF0F}" dt="2022-01-18T10:52:52.688" v="319"/>
          <ac:spMkLst>
            <pc:docMk/>
            <pc:sldMk cId="1243156030" sldId="404"/>
            <ac:spMk id="9" creationId="{B3B1348D-0986-4779-BB13-3D3162D13AD7}"/>
          </ac:spMkLst>
        </pc:spChg>
        <pc:picChg chg="add del mod">
          <ac:chgData name="Dr. Nahid Sultana" userId="ff0ae4fb-5158-44ab-9438-4247c64d5f25" providerId="ADAL" clId="{E26F1B81-452C-4DB5-A6C7-8A3E372FAF0F}" dt="2022-01-18T10:53:15.317" v="323" actId="21"/>
          <ac:picMkLst>
            <pc:docMk/>
            <pc:sldMk cId="1243156030" sldId="404"/>
            <ac:picMk id="8" creationId="{EF118BDA-AA9E-49E4-8F61-A8503B1250A1}"/>
          </ac:picMkLst>
        </pc:picChg>
        <pc:picChg chg="add mod">
          <ac:chgData name="Dr. Nahid Sultana" userId="ff0ae4fb-5158-44ab-9438-4247c64d5f25" providerId="ADAL" clId="{E26F1B81-452C-4DB5-A6C7-8A3E372FAF0F}" dt="2022-01-18T10:54:52.753" v="364" actId="1076"/>
          <ac:picMkLst>
            <pc:docMk/>
            <pc:sldMk cId="1243156030" sldId="404"/>
            <ac:picMk id="10" creationId="{1D917A97-CB85-4E82-A511-0B41CE2E3466}"/>
          </ac:picMkLst>
        </pc:picChg>
        <pc:picChg chg="add mod">
          <ac:chgData name="Dr. Nahid Sultana" userId="ff0ae4fb-5158-44ab-9438-4247c64d5f25" providerId="ADAL" clId="{E26F1B81-452C-4DB5-A6C7-8A3E372FAF0F}" dt="2022-01-18T10:54:33.193" v="335" actId="1076"/>
          <ac:picMkLst>
            <pc:docMk/>
            <pc:sldMk cId="1243156030" sldId="404"/>
            <ac:picMk id="11" creationId="{6219B8F6-6C49-4DCF-9C2C-5F855A5DAF8D}"/>
          </ac:picMkLst>
        </pc:picChg>
        <pc:picChg chg="add mod">
          <ac:chgData name="Dr. Nahid Sultana" userId="ff0ae4fb-5158-44ab-9438-4247c64d5f25" providerId="ADAL" clId="{E26F1B81-452C-4DB5-A6C7-8A3E372FAF0F}" dt="2022-01-18T10:53:50.822" v="327" actId="1582"/>
          <ac:picMkLst>
            <pc:docMk/>
            <pc:sldMk cId="1243156030" sldId="404"/>
            <ac:picMk id="13" creationId="{E7328061-5C09-4CE7-841B-8BBB8557C371}"/>
          </ac:picMkLst>
        </pc:picChg>
      </pc:sldChg>
    </pc:docChg>
  </pc:docChgLst>
  <pc:docChgLst>
    <pc:chgData name="Dr. Nahid Sultana" userId="ff0ae4fb-5158-44ab-9438-4247c64d5f25" providerId="ADAL" clId="{C451A662-ED4E-41D3-942E-DEED18975275}"/>
    <pc:docChg chg="undo custSel addSld delSld modSld modMainMaster modNotesMaster">
      <pc:chgData name="Dr. Nahid Sultana" userId="ff0ae4fb-5158-44ab-9438-4247c64d5f25" providerId="ADAL" clId="{C451A662-ED4E-41D3-942E-DEED18975275}" dt="2024-01-15T16:59:59.740" v="801" actId="1076"/>
      <pc:docMkLst>
        <pc:docMk/>
      </pc:docMkLst>
      <pc:sldChg chg="modSp mod modNotes">
        <pc:chgData name="Dr. Nahid Sultana" userId="ff0ae4fb-5158-44ab-9438-4247c64d5f25" providerId="ADAL" clId="{C451A662-ED4E-41D3-942E-DEED18975275}" dt="2024-01-08T20:50:18.876" v="427" actId="1076"/>
        <pc:sldMkLst>
          <pc:docMk/>
          <pc:sldMk cId="0" sldId="311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0" sldId="311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0" sldId="311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0" sldId="311"/>
            <ac:spMk id="5" creationId="{00000000-0000-0000-0000-000000000000}"/>
          </ac:spMkLst>
        </pc:sp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0" sldId="311"/>
            <ac:picMk id="9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8T20:50:18.876" v="427" actId="1076"/>
          <ac:picMkLst>
            <pc:docMk/>
            <pc:sldMk cId="0" sldId="311"/>
            <ac:picMk id="10" creationId="{00000000-0000-0000-0000-000000000000}"/>
          </ac:picMkLst>
        </pc:picChg>
      </pc:sldChg>
      <pc:sldChg chg="modSp modNotes">
        <pc:chgData name="Dr. Nahid Sultana" userId="ff0ae4fb-5158-44ab-9438-4247c64d5f25" providerId="ADAL" clId="{C451A662-ED4E-41D3-942E-DEED18975275}" dt="2024-01-07T19:42:58.092" v="0"/>
        <pc:sldMkLst>
          <pc:docMk/>
          <pc:sldMk cId="793930041" sldId="347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793930041" sldId="347"/>
            <ac:spMk id="1126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793930041" sldId="347"/>
            <ac:spMk id="1126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793930041" sldId="347"/>
            <ac:spMk id="1126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793930041" sldId="347"/>
            <ac:spMk id="114690" creationId="{00000000-0000-0000-0000-000000000000}"/>
          </ac:spMkLst>
        </pc:spChg>
      </pc:sldChg>
      <pc:sldChg chg="addSp modSp mod modAnim">
        <pc:chgData name="Dr. Nahid Sultana" userId="ff0ae4fb-5158-44ab-9438-4247c64d5f25" providerId="ADAL" clId="{C451A662-ED4E-41D3-942E-DEED18975275}" dt="2024-01-08T20:50:55.886" v="429" actId="1076"/>
        <pc:sldMkLst>
          <pc:docMk/>
          <pc:sldMk cId="1693820147" sldId="349"/>
        </pc:sldMkLst>
        <pc:spChg chg="mod">
          <ac:chgData name="Dr. Nahid Sultana" userId="ff0ae4fb-5158-44ab-9438-4247c64d5f25" providerId="ADAL" clId="{C451A662-ED4E-41D3-942E-DEED18975275}" dt="2024-01-08T20:50:50.240" v="428" actId="1076"/>
          <ac:spMkLst>
            <pc:docMk/>
            <pc:sldMk cId="1693820147" sldId="349"/>
            <ac:spMk id="2" creationId="{4466E916-8DFD-6C3D-AE05-4FADB2333607}"/>
          </ac:spMkLst>
        </pc:spChg>
        <pc:spChg chg="mod">
          <ac:chgData name="Dr. Nahid Sultana" userId="ff0ae4fb-5158-44ab-9438-4247c64d5f25" providerId="ADAL" clId="{C451A662-ED4E-41D3-942E-DEED18975275}" dt="2024-01-08T20:50:50.240" v="428" actId="1076"/>
          <ac:spMkLst>
            <pc:docMk/>
            <pc:sldMk cId="1693820147" sldId="349"/>
            <ac:spMk id="3" creationId="{B21791EB-9698-4ACD-B252-E71B4DEE98A5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693820147" sldId="349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693820147" sldId="349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693820147" sldId="349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8T20:50:55.886" v="429" actId="1076"/>
          <ac:spMkLst>
            <pc:docMk/>
            <pc:sldMk cId="1693820147" sldId="349"/>
            <ac:spMk id="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53:24.418" v="113" actId="255"/>
          <ac:spMkLst>
            <pc:docMk/>
            <pc:sldMk cId="1693820147" sldId="349"/>
            <ac:spMk id="10" creationId="{11BD0A77-F396-404D-BC4F-B47824C2801C}"/>
          </ac:spMkLst>
        </pc:spChg>
        <pc:grpChg chg="mod">
          <ac:chgData name="Dr. Nahid Sultana" userId="ff0ae4fb-5158-44ab-9438-4247c64d5f25" providerId="ADAL" clId="{C451A662-ED4E-41D3-942E-DEED18975275}" dt="2024-01-08T20:50:50.240" v="428" actId="1076"/>
          <ac:grpSpMkLst>
            <pc:docMk/>
            <pc:sldMk cId="1693820147" sldId="349"/>
            <ac:grpSpMk id="13" creationId="{B9702EF2-8D4C-4DEF-9924-87DD8646B497}"/>
          </ac:grpSpMkLst>
        </pc:grpChg>
        <pc:grpChg chg="add mod">
          <ac:chgData name="Dr. Nahid Sultana" userId="ff0ae4fb-5158-44ab-9438-4247c64d5f25" providerId="ADAL" clId="{C451A662-ED4E-41D3-942E-DEED18975275}" dt="2024-01-08T20:50:50.240" v="428" actId="1076"/>
          <ac:grpSpMkLst>
            <pc:docMk/>
            <pc:sldMk cId="1693820147" sldId="349"/>
            <ac:grpSpMk id="14" creationId="{0B4F9BC5-B852-0CB6-BC37-C24AAE77E6B0}"/>
          </ac:grpSpMkLst>
        </pc:grpChg>
        <pc:picChg chg="mod">
          <ac:chgData name="Dr. Nahid Sultana" userId="ff0ae4fb-5158-44ab-9438-4247c64d5f25" providerId="ADAL" clId="{C451A662-ED4E-41D3-942E-DEED18975275}" dt="2024-01-07T19:54:54.661" v="124" actId="1076"/>
          <ac:picMkLst>
            <pc:docMk/>
            <pc:sldMk cId="1693820147" sldId="349"/>
            <ac:picMk id="8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8T20:50:50.240" v="428" actId="1076"/>
          <ac:picMkLst>
            <pc:docMk/>
            <pc:sldMk cId="1693820147" sldId="349"/>
            <ac:picMk id="11" creationId="{120E0D78-4285-4BFB-BB30-4D8CBA5A0291}"/>
          </ac:picMkLst>
        </pc:picChg>
        <pc:picChg chg="mod">
          <ac:chgData name="Dr. Nahid Sultana" userId="ff0ae4fb-5158-44ab-9438-4247c64d5f25" providerId="ADAL" clId="{C451A662-ED4E-41D3-942E-DEED18975275}" dt="2024-01-07T19:51:03.954" v="92" actId="1076"/>
          <ac:picMkLst>
            <pc:docMk/>
            <pc:sldMk cId="1693820147" sldId="349"/>
            <ac:picMk id="12" creationId="{A2727077-8D8B-4894-83D5-BE8072598089}"/>
          </ac:picMkLst>
        </pc:picChg>
      </pc:sldChg>
      <pc:sldChg chg="modSp mod">
        <pc:chgData name="Dr. Nahid Sultana" userId="ff0ae4fb-5158-44ab-9438-4247c64d5f25" providerId="ADAL" clId="{C451A662-ED4E-41D3-942E-DEED18975275}" dt="2024-01-07T19:47:11.810" v="63" actId="1076"/>
        <pc:sldMkLst>
          <pc:docMk/>
          <pc:sldMk cId="3621220226" sldId="350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621220226" sldId="350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621220226" sldId="350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621220226" sldId="350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7:11.810" v="63" actId="1076"/>
          <ac:spMkLst>
            <pc:docMk/>
            <pc:sldMk cId="3621220226" sldId="350"/>
            <ac:spMk id="7" creationId="{00000000-0000-0000-0000-000000000000}"/>
          </ac:spMkLst>
        </pc:spChg>
        <pc:picChg chg="mod">
          <ac:chgData name="Dr. Nahid Sultana" userId="ff0ae4fb-5158-44ab-9438-4247c64d5f25" providerId="ADAL" clId="{C451A662-ED4E-41D3-942E-DEED18975275}" dt="2024-01-07T19:43:55.732" v="8" actId="1076"/>
          <ac:picMkLst>
            <pc:docMk/>
            <pc:sldMk cId="3621220226" sldId="350"/>
            <ac:picMk id="3" creationId="{00000000-0000-0000-0000-000000000000}"/>
          </ac:picMkLst>
        </pc:picChg>
      </pc:sldChg>
      <pc:sldChg chg="modSp mod modNotes">
        <pc:chgData name="Dr. Nahid Sultana" userId="ff0ae4fb-5158-44ab-9438-4247c64d5f25" providerId="ADAL" clId="{C451A662-ED4E-41D3-942E-DEED18975275}" dt="2024-01-07T19:48:49.978" v="80" actId="2710"/>
        <pc:sldMkLst>
          <pc:docMk/>
          <pc:sldMk cId="2212343311" sldId="351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212343311" sldId="351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212343311" sldId="351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212343311" sldId="351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8:49.978" v="80" actId="2710"/>
          <ac:spMkLst>
            <pc:docMk/>
            <pc:sldMk cId="2212343311" sldId="351"/>
            <ac:spMk id="10" creationId="{750DFB2B-AE26-4AF4-9136-868D682C7EB6}"/>
          </ac:spMkLst>
        </pc:spChg>
        <pc:picChg chg="mod">
          <ac:chgData name="Dr. Nahid Sultana" userId="ff0ae4fb-5158-44ab-9438-4247c64d5f25" providerId="ADAL" clId="{C451A662-ED4E-41D3-942E-DEED18975275}" dt="2024-01-07T19:47:32.955" v="69" actId="1076"/>
          <ac:picMkLst>
            <pc:docMk/>
            <pc:sldMk cId="2212343311" sldId="351"/>
            <ac:picMk id="8" creationId="{00000000-0000-0000-0000-000000000000}"/>
          </ac:picMkLst>
        </pc:picChg>
      </pc:sldChg>
      <pc:sldChg chg="modSp mod modNotes">
        <pc:chgData name="Dr. Nahid Sultana" userId="ff0ae4fb-5158-44ab-9438-4247c64d5f25" providerId="ADAL" clId="{C451A662-ED4E-41D3-942E-DEED18975275}" dt="2024-01-08T20:52:28.010" v="435" actId="14100"/>
        <pc:sldMkLst>
          <pc:docMk/>
          <pc:sldMk cId="3099573149" sldId="352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099573149" sldId="352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099573149" sldId="352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099573149" sldId="352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099573149" sldId="352"/>
            <ac:spMk id="8" creationId="{7D4BC5DC-E41E-4D96-B0E3-858C823AB857}"/>
          </ac:spMkLst>
        </pc:spChg>
        <pc:spChg chg="mod">
          <ac:chgData name="Dr. Nahid Sultana" userId="ff0ae4fb-5158-44ab-9438-4247c64d5f25" providerId="ADAL" clId="{C451A662-ED4E-41D3-942E-DEED18975275}" dt="2024-01-07T19:56:32.129" v="134" actId="1036"/>
          <ac:spMkLst>
            <pc:docMk/>
            <pc:sldMk cId="3099573149" sldId="352"/>
            <ac:spMk id="14" creationId="{DE388E2C-8C6A-4161-9105-1FFAEF432C15}"/>
          </ac:spMkLst>
        </pc:spChg>
        <pc:spChg chg="mod">
          <ac:chgData name="Dr. Nahid Sultana" userId="ff0ae4fb-5158-44ab-9438-4247c64d5f25" providerId="ADAL" clId="{C451A662-ED4E-41D3-942E-DEED18975275}" dt="2024-01-08T20:52:28.010" v="435" actId="14100"/>
          <ac:spMkLst>
            <pc:docMk/>
            <pc:sldMk cId="3099573149" sldId="352"/>
            <ac:spMk id="15" creationId="{E5DA30B5-382E-4DBC-8B84-324654A32A7F}"/>
          </ac:spMkLst>
        </pc:spChg>
        <pc:picChg chg="mod">
          <ac:chgData name="Dr. Nahid Sultana" userId="ff0ae4fb-5158-44ab-9438-4247c64d5f25" providerId="ADAL" clId="{C451A662-ED4E-41D3-942E-DEED18975275}" dt="2024-01-07T19:56:32.129" v="134" actId="1036"/>
          <ac:picMkLst>
            <pc:docMk/>
            <pc:sldMk cId="3099573149" sldId="352"/>
            <ac:picMk id="9" creationId="{4ED72014-40AC-4338-9F73-5247E9F5503D}"/>
          </ac:picMkLst>
        </pc:picChg>
        <pc:picChg chg="mod">
          <ac:chgData name="Dr. Nahid Sultana" userId="ff0ae4fb-5158-44ab-9438-4247c64d5f25" providerId="ADAL" clId="{C451A662-ED4E-41D3-942E-DEED18975275}" dt="2024-01-08T20:51:22.825" v="430" actId="1076"/>
          <ac:picMkLst>
            <pc:docMk/>
            <pc:sldMk cId="3099573149" sldId="352"/>
            <ac:picMk id="12" creationId="{B0F9B9FE-C83A-47EC-951E-F02E676D2276}"/>
          </ac:picMkLst>
        </pc:picChg>
        <pc:picChg chg="mod">
          <ac:chgData name="Dr. Nahid Sultana" userId="ff0ae4fb-5158-44ab-9438-4247c64d5f25" providerId="ADAL" clId="{C451A662-ED4E-41D3-942E-DEED18975275}" dt="2024-01-08T20:51:29.334" v="431" actId="1076"/>
          <ac:picMkLst>
            <pc:docMk/>
            <pc:sldMk cId="3099573149" sldId="352"/>
            <ac:picMk id="13" creationId="{23038498-1E7A-450C-8C3C-035838A22110}"/>
          </ac:picMkLst>
        </pc:picChg>
      </pc:sldChg>
      <pc:sldChg chg="modSp modNotes">
        <pc:chgData name="Dr. Nahid Sultana" userId="ff0ae4fb-5158-44ab-9438-4247c64d5f25" providerId="ADAL" clId="{C451A662-ED4E-41D3-942E-DEED18975275}" dt="2024-01-08T20:54:29.910" v="449" actId="1076"/>
        <pc:sldMkLst>
          <pc:docMk/>
          <pc:sldMk cId="2945584762" sldId="353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45584762" sldId="353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45584762" sldId="353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45584762" sldId="353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45584762" sldId="353"/>
            <ac:spMk id="19" creationId="{1F7E27A7-9388-422D-B725-41155EA97B58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45584762" sldId="353"/>
            <ac:spMk id="20" creationId="{57639B0C-F9D3-42E9-88DF-86CAF12EA13B}"/>
          </ac:spMkLst>
        </pc:sp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2945584762" sldId="353"/>
            <ac:picMk id="15" creationId="{FCBDDF70-B2CF-4712-A108-A73502C29F2A}"/>
          </ac:picMkLst>
        </pc:picChg>
        <pc:picChg chg="mod">
          <ac:chgData name="Dr. Nahid Sultana" userId="ff0ae4fb-5158-44ab-9438-4247c64d5f25" providerId="ADAL" clId="{C451A662-ED4E-41D3-942E-DEED18975275}" dt="2024-01-08T20:54:23.635" v="448" actId="1076"/>
          <ac:picMkLst>
            <pc:docMk/>
            <pc:sldMk cId="2945584762" sldId="353"/>
            <ac:picMk id="16" creationId="{A6F2E3BE-8223-4014-A8B7-708547B77D04}"/>
          </ac:picMkLst>
        </pc:picChg>
        <pc:picChg chg="mod">
          <ac:chgData name="Dr. Nahid Sultana" userId="ff0ae4fb-5158-44ab-9438-4247c64d5f25" providerId="ADAL" clId="{C451A662-ED4E-41D3-942E-DEED18975275}" dt="2024-01-08T20:54:29.910" v="449" actId="1076"/>
          <ac:picMkLst>
            <pc:docMk/>
            <pc:sldMk cId="2945584762" sldId="353"/>
            <ac:picMk id="17" creationId="{FAFFD09E-F6C1-4EEB-A424-1C283BCF671F}"/>
          </ac:picMkLst>
        </pc:pic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2945584762" sldId="353"/>
            <ac:picMk id="18" creationId="{6BC43708-1DFB-43BB-B98B-5AE95C41F1AE}"/>
          </ac:picMkLst>
        </pc:picChg>
      </pc:sldChg>
      <pc:sldChg chg="modSp mod">
        <pc:chgData name="Dr. Nahid Sultana" userId="ff0ae4fb-5158-44ab-9438-4247c64d5f25" providerId="ADAL" clId="{C451A662-ED4E-41D3-942E-DEED18975275}" dt="2024-01-07T19:57:33.264" v="136" actId="1076"/>
        <pc:sldMkLst>
          <pc:docMk/>
          <pc:sldMk cId="3007190485" sldId="354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007190485" sldId="354"/>
            <ac:spMk id="7" creationId="{00000000-0000-0000-0000-000000000000}"/>
          </ac:spMkLst>
        </pc:spChg>
        <pc:picChg chg="mod">
          <ac:chgData name="Dr. Nahid Sultana" userId="ff0ae4fb-5158-44ab-9438-4247c64d5f25" providerId="ADAL" clId="{C451A662-ED4E-41D3-942E-DEED18975275}" dt="2024-01-07T19:57:33.264" v="136" actId="1076"/>
          <ac:picMkLst>
            <pc:docMk/>
            <pc:sldMk cId="3007190485" sldId="354"/>
            <ac:picMk id="3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19:57:28.880" v="135" actId="1076"/>
          <ac:picMkLst>
            <pc:docMk/>
            <pc:sldMk cId="3007190485" sldId="354"/>
            <ac:picMk id="9" creationId="{00000000-0000-0000-0000-000000000000}"/>
          </ac:picMkLst>
        </pc:picChg>
      </pc:sldChg>
      <pc:sldChg chg="modSp">
        <pc:chgData name="Dr. Nahid Sultana" userId="ff0ae4fb-5158-44ab-9438-4247c64d5f25" providerId="ADAL" clId="{C451A662-ED4E-41D3-942E-DEED18975275}" dt="2024-01-07T19:42:58.092" v="0"/>
        <pc:sldMkLst>
          <pc:docMk/>
          <pc:sldMk cId="383941139" sldId="355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83941139" sldId="355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83941139" sldId="355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83941139" sldId="355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83941139" sldId="355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83941139" sldId="355"/>
            <ac:spMk id="8" creationId="{00000000-0000-0000-0000-000000000000}"/>
          </ac:spMkLst>
        </pc:spChg>
      </pc:sldChg>
      <pc:sldChg chg="modSp mod">
        <pc:chgData name="Dr. Nahid Sultana" userId="ff0ae4fb-5158-44ab-9438-4247c64d5f25" providerId="ADAL" clId="{C451A662-ED4E-41D3-942E-DEED18975275}" dt="2024-01-08T20:56:32.469" v="457" actId="1037"/>
        <pc:sldMkLst>
          <pc:docMk/>
          <pc:sldMk cId="1736590141" sldId="356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736590141" sldId="356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736590141" sldId="356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736590141" sldId="356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8T20:55:32.689" v="451" actId="14100"/>
          <ac:spMkLst>
            <pc:docMk/>
            <pc:sldMk cId="1736590141" sldId="356"/>
            <ac:spMk id="10" creationId="{044893B9-44C6-44E2-9185-68C3BE87CC40}"/>
          </ac:spMkLst>
        </pc:spChg>
        <pc:spChg chg="mod">
          <ac:chgData name="Dr. Nahid Sultana" userId="ff0ae4fb-5158-44ab-9438-4247c64d5f25" providerId="ADAL" clId="{C451A662-ED4E-41D3-942E-DEED18975275}" dt="2024-01-08T20:56:32.469" v="457" actId="1037"/>
          <ac:spMkLst>
            <pc:docMk/>
            <pc:sldMk cId="1736590141" sldId="356"/>
            <ac:spMk id="11" creationId="{B0E795FF-153D-4A82-A903-EC9DB681D278}"/>
          </ac:spMkLst>
        </pc:spChg>
        <pc:picChg chg="mod">
          <ac:chgData name="Dr. Nahid Sultana" userId="ff0ae4fb-5158-44ab-9438-4247c64d5f25" providerId="ADAL" clId="{C451A662-ED4E-41D3-942E-DEED18975275}" dt="2024-01-08T20:56:28.523" v="456" actId="1037"/>
          <ac:picMkLst>
            <pc:docMk/>
            <pc:sldMk cId="1736590141" sldId="356"/>
            <ac:picMk id="12" creationId="{DE304169-8E94-4A66-B3C1-057070413F25}"/>
          </ac:picMkLst>
        </pc:picChg>
      </pc:sldChg>
      <pc:sldChg chg="modSp mod">
        <pc:chgData name="Dr. Nahid Sultana" userId="ff0ae4fb-5158-44ab-9438-4247c64d5f25" providerId="ADAL" clId="{C451A662-ED4E-41D3-942E-DEED18975275}" dt="2024-01-08T20:57:24.174" v="460" actId="1076"/>
        <pc:sldMkLst>
          <pc:docMk/>
          <pc:sldMk cId="4111440091" sldId="358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4111440091" sldId="358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4111440091" sldId="358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4111440091" sldId="358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8T20:57:24.174" v="460" actId="1076"/>
          <ac:spMkLst>
            <pc:docMk/>
            <pc:sldMk cId="4111440091" sldId="358"/>
            <ac:spMk id="16" creationId="{985DBD2A-8BBF-4B3B-8242-652BCB3EF79F}"/>
          </ac:spMkLst>
        </pc:sp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4111440091" sldId="358"/>
            <ac:picMk id="3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4111440091" sldId="358"/>
            <ac:picMk id="14" creationId="{C7411D02-BE3A-411C-AF23-A82704C62280}"/>
          </ac:picMkLst>
        </pc:picChg>
        <pc:picChg chg="mod">
          <ac:chgData name="Dr. Nahid Sultana" userId="ff0ae4fb-5158-44ab-9438-4247c64d5f25" providerId="ADAL" clId="{C451A662-ED4E-41D3-942E-DEED18975275}" dt="2024-01-08T20:57:18.910" v="459" actId="1076"/>
          <ac:picMkLst>
            <pc:docMk/>
            <pc:sldMk cId="4111440091" sldId="358"/>
            <ac:picMk id="15" creationId="{6E90A100-10F0-4EBE-88BE-F6E2C6D1E297}"/>
          </ac:picMkLst>
        </pc:picChg>
      </pc:sldChg>
      <pc:sldChg chg="modSp mod">
        <pc:chgData name="Dr. Nahid Sultana" userId="ff0ae4fb-5158-44ab-9438-4247c64d5f25" providerId="ADAL" clId="{C451A662-ED4E-41D3-942E-DEED18975275}" dt="2024-01-08T20:58:25.409" v="468" actId="207"/>
        <pc:sldMkLst>
          <pc:docMk/>
          <pc:sldMk cId="2628861170" sldId="359"/>
        </pc:sldMkLst>
        <pc:spChg chg="mod">
          <ac:chgData name="Dr. Nahid Sultana" userId="ff0ae4fb-5158-44ab-9438-4247c64d5f25" providerId="ADAL" clId="{C451A662-ED4E-41D3-942E-DEED18975275}" dt="2024-01-08T20:57:53.390" v="463" actId="1076"/>
          <ac:spMkLst>
            <pc:docMk/>
            <pc:sldMk cId="2628861170" sldId="359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628861170" sldId="359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628861170" sldId="359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628861170" sldId="359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8T20:57:56.677" v="464" actId="1076"/>
          <ac:spMkLst>
            <pc:docMk/>
            <pc:sldMk cId="2628861170" sldId="359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8T20:58:25.409" v="468" actId="207"/>
          <ac:spMkLst>
            <pc:docMk/>
            <pc:sldMk cId="2628861170" sldId="359"/>
            <ac:spMk id="10" creationId="{00000000-0000-0000-0000-000000000000}"/>
          </ac:spMkLst>
        </pc:spChg>
      </pc:sldChg>
      <pc:sldChg chg="addSp delSp modSp mod delAnim modAnim">
        <pc:chgData name="Dr. Nahid Sultana" userId="ff0ae4fb-5158-44ab-9438-4247c64d5f25" providerId="ADAL" clId="{C451A662-ED4E-41D3-942E-DEED18975275}" dt="2024-01-08T21:30:07.623" v="762" actId="14100"/>
        <pc:sldMkLst>
          <pc:docMk/>
          <pc:sldMk cId="2277096113" sldId="360"/>
        </pc:sldMkLst>
        <pc:spChg chg="mod">
          <ac:chgData name="Dr. Nahid Sultana" userId="ff0ae4fb-5158-44ab-9438-4247c64d5f25" providerId="ADAL" clId="{C451A662-ED4E-41D3-942E-DEED18975275}" dt="2024-01-08T21:00:33.059" v="486" actId="14100"/>
          <ac:spMkLst>
            <pc:docMk/>
            <pc:sldMk cId="2277096113" sldId="360"/>
            <ac:spMk id="2" creationId="{00000000-0000-0000-0000-000000000000}"/>
          </ac:spMkLst>
        </pc:spChg>
        <pc:spChg chg="add mod">
          <ac:chgData name="Dr. Nahid Sultana" userId="ff0ae4fb-5158-44ab-9438-4247c64d5f25" providerId="ADAL" clId="{C451A662-ED4E-41D3-942E-DEED18975275}" dt="2024-01-08T21:29:32.317" v="760" actId="207"/>
          <ac:spMkLst>
            <pc:docMk/>
            <pc:sldMk cId="2277096113" sldId="360"/>
            <ac:spMk id="3" creationId="{F476951E-05B7-41E3-FACF-B0697405DBCC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277096113" sldId="360"/>
            <ac:spMk id="4" creationId="{00000000-0000-0000-0000-000000000000}"/>
          </ac:spMkLst>
        </pc:spChg>
        <pc:spChg chg="add mod">
          <ac:chgData name="Dr. Nahid Sultana" userId="ff0ae4fb-5158-44ab-9438-4247c64d5f25" providerId="ADAL" clId="{C451A662-ED4E-41D3-942E-DEED18975275}" dt="2024-01-08T21:28:26.708" v="754" actId="1038"/>
          <ac:spMkLst>
            <pc:docMk/>
            <pc:sldMk cId="2277096113" sldId="360"/>
            <ac:spMk id="4" creationId="{1FF49B3F-4ED0-7819-BAD4-05AFA35BC34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277096113" sldId="360"/>
            <ac:spMk id="5" creationId="{00000000-0000-0000-0000-000000000000}"/>
          </ac:spMkLst>
        </pc:spChg>
        <pc:spChg chg="add mod">
          <ac:chgData name="Dr. Nahid Sultana" userId="ff0ae4fb-5158-44ab-9438-4247c64d5f25" providerId="ADAL" clId="{C451A662-ED4E-41D3-942E-DEED18975275}" dt="2024-01-08T21:24:48.422" v="728" actId="6549"/>
          <ac:spMkLst>
            <pc:docMk/>
            <pc:sldMk cId="2277096113" sldId="360"/>
            <ac:spMk id="5" creationId="{D350CE22-FFE4-D1C1-1E7F-31CEF65225B9}"/>
          </ac:spMkLst>
        </pc:spChg>
        <pc:spChg chg="add del mod">
          <ac:chgData name="Dr. Nahid Sultana" userId="ff0ae4fb-5158-44ab-9438-4247c64d5f25" providerId="ADAL" clId="{C451A662-ED4E-41D3-942E-DEED18975275}" dt="2024-01-08T21:18:40.154" v="633" actId="478"/>
          <ac:spMkLst>
            <pc:docMk/>
            <pc:sldMk cId="2277096113" sldId="360"/>
            <ac:spMk id="7" creationId="{A5D2E0B4-FBB2-296E-ED05-9BB9A90237A6}"/>
          </ac:spMkLst>
        </pc:spChg>
        <pc:spChg chg="add del mod">
          <ac:chgData name="Dr. Nahid Sultana" userId="ff0ae4fb-5158-44ab-9438-4247c64d5f25" providerId="ADAL" clId="{C451A662-ED4E-41D3-942E-DEED18975275}" dt="2024-01-08T21:05:17.644" v="541"/>
          <ac:spMkLst>
            <pc:docMk/>
            <pc:sldMk cId="2277096113" sldId="360"/>
            <ac:spMk id="11" creationId="{6FF765A6-69FE-936A-B892-B3D453FACA23}"/>
          </ac:spMkLst>
        </pc:spChg>
        <pc:spChg chg="del mod">
          <ac:chgData name="Dr. Nahid Sultana" userId="ff0ae4fb-5158-44ab-9438-4247c64d5f25" providerId="ADAL" clId="{C451A662-ED4E-41D3-942E-DEED18975275}" dt="2024-01-08T21:01:41.790" v="490" actId="478"/>
          <ac:spMkLst>
            <pc:docMk/>
            <pc:sldMk cId="2277096113" sldId="360"/>
            <ac:spMk id="12" creationId="{00000000-0000-0000-0000-000000000000}"/>
          </ac:spMkLst>
        </pc:spChg>
        <pc:spChg chg="add del mod">
          <ac:chgData name="Dr. Nahid Sultana" userId="ff0ae4fb-5158-44ab-9438-4247c64d5f25" providerId="ADAL" clId="{C451A662-ED4E-41D3-942E-DEED18975275}" dt="2024-01-08T21:21:15.654" v="704" actId="478"/>
          <ac:spMkLst>
            <pc:docMk/>
            <pc:sldMk cId="2277096113" sldId="360"/>
            <ac:spMk id="13" creationId="{D3FA577E-2DCA-E407-986D-716E2D5726DD}"/>
          </ac:spMkLst>
        </pc:spChg>
        <pc:spChg chg="add del mod">
          <ac:chgData name="Dr. Nahid Sultana" userId="ff0ae4fb-5158-44ab-9438-4247c64d5f25" providerId="ADAL" clId="{C451A662-ED4E-41D3-942E-DEED18975275}" dt="2024-01-08T21:06:13.376" v="546" actId="21"/>
          <ac:spMkLst>
            <pc:docMk/>
            <pc:sldMk cId="2277096113" sldId="360"/>
            <ac:spMk id="14" creationId="{D1ED9A96-D43B-9C75-1DA2-4960773F189A}"/>
          </ac:spMkLst>
        </pc:spChg>
        <pc:spChg chg="add mod">
          <ac:chgData name="Dr. Nahid Sultana" userId="ff0ae4fb-5158-44ab-9438-4247c64d5f25" providerId="ADAL" clId="{C451A662-ED4E-41D3-942E-DEED18975275}" dt="2024-01-08T21:28:58.203" v="756" actId="207"/>
          <ac:spMkLst>
            <pc:docMk/>
            <pc:sldMk cId="2277096113" sldId="360"/>
            <ac:spMk id="15" creationId="{444CF637-614F-62DB-2320-D83DF9BABDF4}"/>
          </ac:spMkLst>
        </pc:spChg>
        <pc:spChg chg="add mod">
          <ac:chgData name="Dr. Nahid Sultana" userId="ff0ae4fb-5158-44ab-9438-4247c64d5f25" providerId="ADAL" clId="{C451A662-ED4E-41D3-942E-DEED18975275}" dt="2024-01-08T21:29:43.477" v="761" actId="207"/>
          <ac:spMkLst>
            <pc:docMk/>
            <pc:sldMk cId="2277096113" sldId="360"/>
            <ac:spMk id="16" creationId="{1D0B1E5B-06C5-591E-3408-B91C7F984AE1}"/>
          </ac:spMkLst>
        </pc:spChg>
        <pc:spChg chg="add mod">
          <ac:chgData name="Dr. Nahid Sultana" userId="ff0ae4fb-5158-44ab-9438-4247c64d5f25" providerId="ADAL" clId="{C451A662-ED4E-41D3-942E-DEED18975275}" dt="2024-01-08T21:29:28.580" v="759" actId="207"/>
          <ac:spMkLst>
            <pc:docMk/>
            <pc:sldMk cId="2277096113" sldId="360"/>
            <ac:spMk id="17" creationId="{687FB758-3E32-D955-D6EF-DBF4139E8735}"/>
          </ac:spMkLst>
        </pc:spChg>
        <pc:spChg chg="add mod">
          <ac:chgData name="Dr. Nahid Sultana" userId="ff0ae4fb-5158-44ab-9438-4247c64d5f25" providerId="ADAL" clId="{C451A662-ED4E-41D3-942E-DEED18975275}" dt="2024-01-08T21:30:07.623" v="762" actId="14100"/>
          <ac:spMkLst>
            <pc:docMk/>
            <pc:sldMk cId="2277096113" sldId="360"/>
            <ac:spMk id="18" creationId="{58F8970A-45BA-D9E9-B409-F16E38DC1072}"/>
          </ac:spMkLst>
        </pc:spChg>
        <pc:spChg chg="add del mod">
          <ac:chgData name="Dr. Nahid Sultana" userId="ff0ae4fb-5158-44ab-9438-4247c64d5f25" providerId="ADAL" clId="{C451A662-ED4E-41D3-942E-DEED18975275}" dt="2024-01-08T21:10:38.716" v="571" actId="478"/>
          <ac:spMkLst>
            <pc:docMk/>
            <pc:sldMk cId="2277096113" sldId="360"/>
            <ac:spMk id="19" creationId="{C11591F2-E061-99BD-D344-60BB0B36D1F5}"/>
          </ac:spMkLst>
        </pc:spChg>
        <pc:spChg chg="add del mod">
          <ac:chgData name="Dr. Nahid Sultana" userId="ff0ae4fb-5158-44ab-9438-4247c64d5f25" providerId="ADAL" clId="{C451A662-ED4E-41D3-942E-DEED18975275}" dt="2024-01-08T21:10:21.995" v="568" actId="478"/>
          <ac:spMkLst>
            <pc:docMk/>
            <pc:sldMk cId="2277096113" sldId="360"/>
            <ac:spMk id="20" creationId="{5F3B9373-9C9E-9CA7-3231-815E47951496}"/>
          </ac:spMkLst>
        </pc:spChg>
        <pc:spChg chg="add mod">
          <ac:chgData name="Dr. Nahid Sultana" userId="ff0ae4fb-5158-44ab-9438-4247c64d5f25" providerId="ADAL" clId="{C451A662-ED4E-41D3-942E-DEED18975275}" dt="2024-01-08T21:20:52.114" v="699" actId="1076"/>
          <ac:spMkLst>
            <pc:docMk/>
            <pc:sldMk cId="2277096113" sldId="360"/>
            <ac:spMk id="21" creationId="{3C3BEF11-40E9-E948-2EA5-D4BA1CF3505F}"/>
          </ac:spMkLst>
        </pc:spChg>
        <pc:spChg chg="add del mod">
          <ac:chgData name="Dr. Nahid Sultana" userId="ff0ae4fb-5158-44ab-9438-4247c64d5f25" providerId="ADAL" clId="{C451A662-ED4E-41D3-942E-DEED18975275}" dt="2024-01-08T21:06:02.932" v="545" actId="478"/>
          <ac:spMkLst>
            <pc:docMk/>
            <pc:sldMk cId="2277096113" sldId="360"/>
            <ac:spMk id="22" creationId="{AC222713-607E-A742-9E82-2D7C6ED278D5}"/>
          </ac:spMkLst>
        </pc:spChg>
        <pc:spChg chg="add del mod">
          <ac:chgData name="Dr. Nahid Sultana" userId="ff0ae4fb-5158-44ab-9438-4247c64d5f25" providerId="ADAL" clId="{C451A662-ED4E-41D3-942E-DEED18975275}" dt="2024-01-08T21:06:27.677" v="549"/>
          <ac:spMkLst>
            <pc:docMk/>
            <pc:sldMk cId="2277096113" sldId="360"/>
            <ac:spMk id="23" creationId="{75F7588C-D07D-40EB-2046-17B52616B7E7}"/>
          </ac:spMkLst>
        </pc:spChg>
        <pc:spChg chg="add del mod">
          <ac:chgData name="Dr. Nahid Sultana" userId="ff0ae4fb-5158-44ab-9438-4247c64d5f25" providerId="ADAL" clId="{C451A662-ED4E-41D3-942E-DEED18975275}" dt="2024-01-08T21:07:18.517" v="552"/>
          <ac:spMkLst>
            <pc:docMk/>
            <pc:sldMk cId="2277096113" sldId="360"/>
            <ac:spMk id="24" creationId="{927AFC64-4CED-31E4-FCAC-3E195C3B3EAE}"/>
          </ac:spMkLst>
        </pc:spChg>
        <pc:grpChg chg="add mod">
          <ac:chgData name="Dr. Nahid Sultana" userId="ff0ae4fb-5158-44ab-9438-4247c64d5f25" providerId="ADAL" clId="{C451A662-ED4E-41D3-942E-DEED18975275}" dt="2024-01-08T21:28:35.993" v="755" actId="1038"/>
          <ac:grpSpMkLst>
            <pc:docMk/>
            <pc:sldMk cId="2277096113" sldId="360"/>
            <ac:grpSpMk id="27" creationId="{C3BFBC1A-9584-69FA-F423-EF0A5E1E9203}"/>
          </ac:grpSpMkLst>
        </pc:grpChg>
        <pc:grpChg chg="add mod">
          <ac:chgData name="Dr. Nahid Sultana" userId="ff0ae4fb-5158-44ab-9438-4247c64d5f25" providerId="ADAL" clId="{C451A662-ED4E-41D3-942E-DEED18975275}" dt="2024-01-08T21:20:52.114" v="699" actId="1076"/>
          <ac:grpSpMkLst>
            <pc:docMk/>
            <pc:sldMk cId="2277096113" sldId="360"/>
            <ac:grpSpMk id="32" creationId="{6D79257D-B1AB-137C-33D1-22EBEEAFF229}"/>
          </ac:grpSpMkLst>
        </pc:grpChg>
        <pc:grpChg chg="add mod">
          <ac:chgData name="Dr. Nahid Sultana" userId="ff0ae4fb-5158-44ab-9438-4247c64d5f25" providerId="ADAL" clId="{C451A662-ED4E-41D3-942E-DEED18975275}" dt="2024-01-08T21:28:26.708" v="754" actId="1038"/>
          <ac:grpSpMkLst>
            <pc:docMk/>
            <pc:sldMk cId="2277096113" sldId="360"/>
            <ac:grpSpMk id="35" creationId="{4B78D961-43FC-B017-3ECA-35A3EF24158A}"/>
          </ac:grpSpMkLst>
        </pc:grpChg>
        <pc:picChg chg="del mod">
          <ac:chgData name="Dr. Nahid Sultana" userId="ff0ae4fb-5158-44ab-9438-4247c64d5f25" providerId="ADAL" clId="{C451A662-ED4E-41D3-942E-DEED18975275}" dt="2024-01-08T21:00:37.112" v="487" actId="478"/>
          <ac:picMkLst>
            <pc:docMk/>
            <pc:sldMk cId="2277096113" sldId="360"/>
            <ac:picMk id="8" creationId="{00000000-0000-0000-0000-000000000000}"/>
          </ac:picMkLst>
        </pc:picChg>
        <pc:picChg chg="del mod">
          <ac:chgData name="Dr. Nahid Sultana" userId="ff0ae4fb-5158-44ab-9438-4247c64d5f25" providerId="ADAL" clId="{C451A662-ED4E-41D3-942E-DEED18975275}" dt="2024-01-08T21:01:35.026" v="488" actId="478"/>
          <ac:picMkLst>
            <pc:docMk/>
            <pc:sldMk cId="2277096113" sldId="360"/>
            <ac:picMk id="9" creationId="{00000000-0000-0000-0000-000000000000}"/>
          </ac:picMkLst>
        </pc:picChg>
        <pc:picChg chg="del mod">
          <ac:chgData name="Dr. Nahid Sultana" userId="ff0ae4fb-5158-44ab-9438-4247c64d5f25" providerId="ADAL" clId="{C451A662-ED4E-41D3-942E-DEED18975275}" dt="2024-01-08T21:01:37.867" v="489" actId="478"/>
          <ac:picMkLst>
            <pc:docMk/>
            <pc:sldMk cId="2277096113" sldId="360"/>
            <ac:picMk id="10" creationId="{00000000-0000-0000-0000-000000000000}"/>
          </ac:picMkLst>
        </pc:picChg>
        <pc:picChg chg="add mod">
          <ac:chgData name="Dr. Nahid Sultana" userId="ff0ae4fb-5158-44ab-9438-4247c64d5f25" providerId="ADAL" clId="{C451A662-ED4E-41D3-942E-DEED18975275}" dt="2024-01-08T21:28:35.993" v="755" actId="1038"/>
          <ac:picMkLst>
            <pc:docMk/>
            <pc:sldMk cId="2277096113" sldId="360"/>
            <ac:picMk id="26" creationId="{D5E5BAFB-07F9-9C5A-93B4-E972FF318801}"/>
          </ac:picMkLst>
        </pc:picChg>
        <pc:picChg chg="add mod">
          <ac:chgData name="Dr. Nahid Sultana" userId="ff0ae4fb-5158-44ab-9438-4247c64d5f25" providerId="ADAL" clId="{C451A662-ED4E-41D3-942E-DEED18975275}" dt="2024-01-08T21:19:29.853" v="644" actId="1076"/>
          <ac:picMkLst>
            <pc:docMk/>
            <pc:sldMk cId="2277096113" sldId="360"/>
            <ac:picMk id="29" creationId="{D061FCDF-FD5D-735F-FF14-E8125E609E18}"/>
          </ac:picMkLst>
        </pc:picChg>
        <pc:picChg chg="add mod modCrop">
          <ac:chgData name="Dr. Nahid Sultana" userId="ff0ae4fb-5158-44ab-9438-4247c64d5f25" providerId="ADAL" clId="{C451A662-ED4E-41D3-942E-DEED18975275}" dt="2024-01-08T21:20:52.114" v="699" actId="1076"/>
          <ac:picMkLst>
            <pc:docMk/>
            <pc:sldMk cId="2277096113" sldId="360"/>
            <ac:picMk id="31" creationId="{E84134D2-C8D9-371C-5D7E-4DA9C3BD4924}"/>
          </ac:picMkLst>
        </pc:picChg>
        <pc:picChg chg="add mod">
          <ac:chgData name="Dr. Nahid Sultana" userId="ff0ae4fb-5158-44ab-9438-4247c64d5f25" providerId="ADAL" clId="{C451A662-ED4E-41D3-942E-DEED18975275}" dt="2024-01-08T21:28:26.708" v="754" actId="1038"/>
          <ac:picMkLst>
            <pc:docMk/>
            <pc:sldMk cId="2277096113" sldId="360"/>
            <ac:picMk id="34" creationId="{54370C54-72F1-1E3F-82C1-57C6E0ED8CD4}"/>
          </ac:picMkLst>
        </pc:picChg>
      </pc:sldChg>
      <pc:sldChg chg="modSp mod modAnim">
        <pc:chgData name="Dr. Nahid Sultana" userId="ff0ae4fb-5158-44ab-9438-4247c64d5f25" providerId="ADAL" clId="{C451A662-ED4E-41D3-942E-DEED18975275}" dt="2024-01-15T16:59:59.740" v="801" actId="1076"/>
        <pc:sldMkLst>
          <pc:docMk/>
          <pc:sldMk cId="2983422475" sldId="361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83422475" sldId="361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15T16:59:33.691" v="798" actId="20577"/>
          <ac:spMkLst>
            <pc:docMk/>
            <pc:sldMk cId="2983422475" sldId="361"/>
            <ac:spMk id="3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83422475" sldId="361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83422475" sldId="361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15T16:59:55.789" v="800" actId="1076"/>
          <ac:spMkLst>
            <pc:docMk/>
            <pc:sldMk cId="2983422475" sldId="361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15T16:59:59.740" v="801" actId="1076"/>
          <ac:spMkLst>
            <pc:docMk/>
            <pc:sldMk cId="2983422475" sldId="361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15T16:59:50.845" v="799" actId="1076"/>
          <ac:spMkLst>
            <pc:docMk/>
            <pc:sldMk cId="2983422475" sldId="361"/>
            <ac:spMk id="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83422475" sldId="361"/>
            <ac:spMk id="10" creationId="{00000000-0000-0000-0000-000000000000}"/>
          </ac:spMkLst>
        </pc:spChg>
      </pc:sldChg>
      <pc:sldChg chg="modSp mod">
        <pc:chgData name="Dr. Nahid Sultana" userId="ff0ae4fb-5158-44ab-9438-4247c64d5f25" providerId="ADAL" clId="{C451A662-ED4E-41D3-942E-DEED18975275}" dt="2024-01-07T20:01:44.960" v="165" actId="207"/>
        <pc:sldMkLst>
          <pc:docMk/>
          <pc:sldMk cId="2151588849" sldId="362"/>
        </pc:sldMkLst>
        <pc:spChg chg="mod">
          <ac:chgData name="Dr. Nahid Sultana" userId="ff0ae4fb-5158-44ab-9438-4247c64d5f25" providerId="ADAL" clId="{C451A662-ED4E-41D3-942E-DEED18975275}" dt="2024-01-07T19:59:54.959" v="147" actId="14100"/>
          <ac:spMkLst>
            <pc:docMk/>
            <pc:sldMk cId="2151588849" sldId="362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151588849" sldId="362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151588849" sldId="362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00:49.039" v="155" actId="14100"/>
          <ac:spMkLst>
            <pc:docMk/>
            <pc:sldMk cId="2151588849" sldId="362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01:44.960" v="165" actId="207"/>
          <ac:spMkLst>
            <pc:docMk/>
            <pc:sldMk cId="2151588849" sldId="362"/>
            <ac:spMk id="8" creationId="{00000000-0000-0000-0000-000000000000}"/>
          </ac:spMkLst>
        </pc:spChg>
      </pc:sldChg>
      <pc:sldChg chg="modSp mod modAnim modNotes">
        <pc:chgData name="Dr. Nahid Sultana" userId="ff0ae4fb-5158-44ab-9438-4247c64d5f25" providerId="ADAL" clId="{C451A662-ED4E-41D3-942E-DEED18975275}" dt="2024-01-07T20:14:52.906" v="208" actId="255"/>
        <pc:sldMkLst>
          <pc:docMk/>
          <pc:sldMk cId="1727103156" sldId="363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727103156" sldId="363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727103156" sldId="363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14:52.906" v="208" actId="255"/>
          <ac:spMkLst>
            <pc:docMk/>
            <pc:sldMk cId="1727103156" sldId="363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727103156" sldId="363"/>
            <ac:spMk id="7" creationId="{E99B219C-4AEC-4AE8-BCEF-988C8486E17A}"/>
          </ac:spMkLst>
        </pc:spChg>
        <pc:spChg chg="mod">
          <ac:chgData name="Dr. Nahid Sultana" userId="ff0ae4fb-5158-44ab-9438-4247c64d5f25" providerId="ADAL" clId="{C451A662-ED4E-41D3-942E-DEED18975275}" dt="2024-01-07T20:04:40.276" v="189" actId="20577"/>
          <ac:spMkLst>
            <pc:docMk/>
            <pc:sldMk cId="1727103156" sldId="363"/>
            <ac:spMk id="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04:13.365" v="184" actId="1076"/>
          <ac:spMkLst>
            <pc:docMk/>
            <pc:sldMk cId="1727103156" sldId="363"/>
            <ac:spMk id="10" creationId="{00000000-0000-0000-0000-000000000000}"/>
          </ac:spMkLst>
        </pc:spChg>
        <pc:picChg chg="mod">
          <ac:chgData name="Dr. Nahid Sultana" userId="ff0ae4fb-5158-44ab-9438-4247c64d5f25" providerId="ADAL" clId="{C451A662-ED4E-41D3-942E-DEED18975275}" dt="2024-01-07T20:04:52.580" v="191" actId="1076"/>
          <ac:picMkLst>
            <pc:docMk/>
            <pc:sldMk cId="1727103156" sldId="363"/>
            <ac:picMk id="3" creationId="{00000000-0000-0000-0000-000000000000}"/>
          </ac:picMkLst>
        </pc:picChg>
      </pc:sldChg>
      <pc:sldChg chg="addSp delSp modSp mod modNotes">
        <pc:chgData name="Dr. Nahid Sultana" userId="ff0ae4fb-5158-44ab-9438-4247c64d5f25" providerId="ADAL" clId="{C451A662-ED4E-41D3-942E-DEED18975275}" dt="2024-01-07T20:15:18.022" v="211" actId="1076"/>
        <pc:sldMkLst>
          <pc:docMk/>
          <pc:sldMk cId="1900651092" sldId="364"/>
        </pc:sldMkLst>
        <pc:spChg chg="mod">
          <ac:chgData name="Dr. Nahid Sultana" userId="ff0ae4fb-5158-44ab-9438-4247c64d5f25" providerId="ADAL" clId="{C451A662-ED4E-41D3-942E-DEED18975275}" dt="2024-01-07T20:05:46.138" v="193" actId="1076"/>
          <ac:spMkLst>
            <pc:docMk/>
            <pc:sldMk cId="1900651092" sldId="364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00651092" sldId="364"/>
            <ac:spMk id="3" creationId="{C0E0C53B-1BB1-4339-AB88-9AF5B1404CBF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00651092" sldId="364"/>
            <ac:spMk id="4" creationId="{00000000-0000-0000-0000-000000000000}"/>
          </ac:spMkLst>
        </pc:spChg>
        <pc:spChg chg="add mod">
          <ac:chgData name="Dr. Nahid Sultana" userId="ff0ae4fb-5158-44ab-9438-4247c64d5f25" providerId="ADAL" clId="{C451A662-ED4E-41D3-942E-DEED18975275}" dt="2024-01-07T20:15:18.022" v="211" actId="1076"/>
          <ac:spMkLst>
            <pc:docMk/>
            <pc:sldMk cId="1900651092" sldId="364"/>
            <ac:spMk id="5" creationId="{1E6333BC-C0F6-6328-F56F-F37AF32A4140}"/>
          </ac:spMkLst>
        </pc:spChg>
        <pc:spChg chg="mod">
          <ac:chgData name="Dr. Nahid Sultana" userId="ff0ae4fb-5158-44ab-9438-4247c64d5f25" providerId="ADAL" clId="{C451A662-ED4E-41D3-942E-DEED18975275}" dt="2024-01-07T20:06:16.404" v="198" actId="1076"/>
          <ac:spMkLst>
            <pc:docMk/>
            <pc:sldMk cId="1900651092" sldId="364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06:20.656" v="199" actId="1076"/>
          <ac:spMkLst>
            <pc:docMk/>
            <pc:sldMk cId="1900651092" sldId="364"/>
            <ac:spMk id="11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06:35.562" v="201" actId="1076"/>
          <ac:spMkLst>
            <pc:docMk/>
            <pc:sldMk cId="1900651092" sldId="364"/>
            <ac:spMk id="1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06:43.704" v="203" actId="1076"/>
          <ac:spMkLst>
            <pc:docMk/>
            <pc:sldMk cId="1900651092" sldId="364"/>
            <ac:spMk id="15" creationId="{00000000-0000-0000-0000-000000000000}"/>
          </ac:spMkLst>
        </pc:spChg>
        <pc:spChg chg="del mod">
          <ac:chgData name="Dr. Nahid Sultana" userId="ff0ae4fb-5158-44ab-9438-4247c64d5f25" providerId="ADAL" clId="{C451A662-ED4E-41D3-942E-DEED18975275}" dt="2024-01-07T20:06:07.687" v="196" actId="478"/>
          <ac:spMkLst>
            <pc:docMk/>
            <pc:sldMk cId="1900651092" sldId="364"/>
            <ac:spMk id="1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15:09.964" v="209" actId="1076"/>
          <ac:spMkLst>
            <pc:docMk/>
            <pc:sldMk cId="1900651092" sldId="364"/>
            <ac:spMk id="20" creationId="{00000000-0000-0000-0000-000000000000}"/>
          </ac:spMkLst>
        </pc:spChg>
        <pc:picChg chg="mod">
          <ac:chgData name="Dr. Nahid Sultana" userId="ff0ae4fb-5158-44ab-9438-4247c64d5f25" providerId="ADAL" clId="{C451A662-ED4E-41D3-942E-DEED18975275}" dt="2024-01-07T20:06:30.842" v="200" actId="1076"/>
          <ac:picMkLst>
            <pc:docMk/>
            <pc:sldMk cId="1900651092" sldId="364"/>
            <ac:picMk id="12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20:06:39.591" v="202" actId="1076"/>
          <ac:picMkLst>
            <pc:docMk/>
            <pc:sldMk cId="1900651092" sldId="364"/>
            <ac:picMk id="13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20:06:46.005" v="204" actId="1076"/>
          <ac:picMkLst>
            <pc:docMk/>
            <pc:sldMk cId="1900651092" sldId="364"/>
            <ac:picMk id="16" creationId="{00000000-0000-0000-0000-000000000000}"/>
          </ac:picMkLst>
        </pc:picChg>
      </pc:sldChg>
      <pc:sldChg chg="addSp delSp modSp mod">
        <pc:chgData name="Dr. Nahid Sultana" userId="ff0ae4fb-5158-44ab-9438-4247c64d5f25" providerId="ADAL" clId="{C451A662-ED4E-41D3-942E-DEED18975275}" dt="2024-01-07T20:15:35.065" v="215" actId="1076"/>
        <pc:sldMkLst>
          <pc:docMk/>
          <pc:sldMk cId="3957658277" sldId="365"/>
        </pc:sldMkLst>
        <pc:spChg chg="mod">
          <ac:chgData name="Dr. Nahid Sultana" userId="ff0ae4fb-5158-44ab-9438-4247c64d5f25" providerId="ADAL" clId="{C451A662-ED4E-41D3-942E-DEED18975275}" dt="2024-01-07T20:15:35.065" v="215" actId="1076"/>
          <ac:spMkLst>
            <pc:docMk/>
            <pc:sldMk cId="3957658277" sldId="365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07:05.157" v="205" actId="1076"/>
          <ac:spMkLst>
            <pc:docMk/>
            <pc:sldMk cId="3957658277" sldId="365"/>
            <ac:spMk id="3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957658277" sldId="365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957658277" sldId="365"/>
            <ac:spMk id="5" creationId="{3EE8A4DC-1A32-4720-B36C-D9A7210DDA35}"/>
          </ac:spMkLst>
        </pc:spChg>
        <pc:spChg chg="add mod">
          <ac:chgData name="Dr. Nahid Sultana" userId="ff0ae4fb-5158-44ab-9438-4247c64d5f25" providerId="ADAL" clId="{C451A662-ED4E-41D3-942E-DEED18975275}" dt="2024-01-07T20:15:30.357" v="214" actId="1076"/>
          <ac:spMkLst>
            <pc:docMk/>
            <pc:sldMk cId="3957658277" sldId="365"/>
            <ac:spMk id="7" creationId="{2440790E-0921-103E-883E-4F7BE0DD842C}"/>
          </ac:spMkLst>
        </pc:spChg>
        <pc:spChg chg="del mod">
          <ac:chgData name="Dr. Nahid Sultana" userId="ff0ae4fb-5158-44ab-9438-4247c64d5f25" providerId="ADAL" clId="{C451A662-ED4E-41D3-942E-DEED18975275}" dt="2024-01-07T20:07:31.673" v="206" actId="478"/>
          <ac:spMkLst>
            <pc:docMk/>
            <pc:sldMk cId="3957658277" sldId="365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957658277" sldId="365"/>
            <ac:spMk id="18" creationId="{00000000-0000-0000-0000-000000000000}"/>
          </ac:spMkLst>
        </pc:spChg>
      </pc:sldChg>
      <pc:sldChg chg="modSp mod">
        <pc:chgData name="Dr. Nahid Sultana" userId="ff0ae4fb-5158-44ab-9438-4247c64d5f25" providerId="ADAL" clId="{C451A662-ED4E-41D3-942E-DEED18975275}" dt="2024-01-07T20:15:59.375" v="216" actId="255"/>
        <pc:sldMkLst>
          <pc:docMk/>
          <pc:sldMk cId="1839345068" sldId="366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839345068" sldId="366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839345068" sldId="366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839345068" sldId="366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15:59.375" v="216" actId="255"/>
          <ac:spMkLst>
            <pc:docMk/>
            <pc:sldMk cId="1839345068" sldId="366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839345068" sldId="366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839345068" sldId="366"/>
            <ac:spMk id="1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839345068" sldId="366"/>
            <ac:spMk id="16" creationId="{00000000-0000-0000-0000-000000000000}"/>
          </ac:spMkLst>
        </pc:spChg>
        <pc:grpChg chg="mod">
          <ac:chgData name="Dr. Nahid Sultana" userId="ff0ae4fb-5158-44ab-9438-4247c64d5f25" providerId="ADAL" clId="{C451A662-ED4E-41D3-942E-DEED18975275}" dt="2024-01-07T19:42:58.092" v="0"/>
          <ac:grpSpMkLst>
            <pc:docMk/>
            <pc:sldMk cId="1839345068" sldId="366"/>
            <ac:grpSpMk id="11" creationId="{00000000-0000-0000-0000-000000000000}"/>
          </ac:grpSpMkLst>
        </pc:grpChg>
        <pc:grpChg chg="mod">
          <ac:chgData name="Dr. Nahid Sultana" userId="ff0ae4fb-5158-44ab-9438-4247c64d5f25" providerId="ADAL" clId="{C451A662-ED4E-41D3-942E-DEED18975275}" dt="2024-01-07T19:42:58.092" v="0"/>
          <ac:grpSpMkLst>
            <pc:docMk/>
            <pc:sldMk cId="1839345068" sldId="366"/>
            <ac:grpSpMk id="14" creationId="{00000000-0000-0000-0000-000000000000}"/>
          </ac:grpSpMkLst>
        </pc:grpChg>
        <pc:grpChg chg="mod">
          <ac:chgData name="Dr. Nahid Sultana" userId="ff0ae4fb-5158-44ab-9438-4247c64d5f25" providerId="ADAL" clId="{C451A662-ED4E-41D3-942E-DEED18975275}" dt="2024-01-07T19:42:58.092" v="0"/>
          <ac:grpSpMkLst>
            <pc:docMk/>
            <pc:sldMk cId="1839345068" sldId="366"/>
            <ac:grpSpMk id="15" creationId="{00000000-0000-0000-0000-000000000000}"/>
          </ac:grpSpMkLst>
        </pc:grp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1839345068" sldId="366"/>
            <ac:picMk id="9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1839345068" sldId="366"/>
            <ac:picMk id="10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1839345068" sldId="366"/>
            <ac:picMk id="13" creationId="{00000000-0000-0000-0000-000000000000}"/>
          </ac:picMkLst>
        </pc:picChg>
      </pc:sldChg>
      <pc:sldChg chg="modSp mod">
        <pc:chgData name="Dr. Nahid Sultana" userId="ff0ae4fb-5158-44ab-9438-4247c64d5f25" providerId="ADAL" clId="{C451A662-ED4E-41D3-942E-DEED18975275}" dt="2024-01-07T20:16:14.158" v="217" actId="255"/>
        <pc:sldMkLst>
          <pc:docMk/>
          <pc:sldMk cId="1998560490" sldId="367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98560490" sldId="367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98560490" sldId="367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98560490" sldId="367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16:14.158" v="217" actId="255"/>
          <ac:spMkLst>
            <pc:docMk/>
            <pc:sldMk cId="1998560490" sldId="367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98560490" sldId="367"/>
            <ac:spMk id="1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98560490" sldId="367"/>
            <ac:spMk id="21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98560490" sldId="367"/>
            <ac:spMk id="23" creationId="{00000000-0000-0000-0000-000000000000}"/>
          </ac:spMkLst>
        </pc:sp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1998560490" sldId="367"/>
            <ac:picMk id="22" creationId="{00000000-0000-0000-0000-000000000000}"/>
          </ac:picMkLst>
        </pc:picChg>
      </pc:sldChg>
      <pc:sldChg chg="modSp mod">
        <pc:chgData name="Dr. Nahid Sultana" userId="ff0ae4fb-5158-44ab-9438-4247c64d5f25" providerId="ADAL" clId="{C451A662-ED4E-41D3-942E-DEED18975275}" dt="2024-01-07T20:16:50.426" v="224" actId="255"/>
        <pc:sldMkLst>
          <pc:docMk/>
          <pc:sldMk cId="40082485" sldId="368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40082485" sldId="368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16:50.426" v="224" actId="255"/>
          <ac:spMkLst>
            <pc:docMk/>
            <pc:sldMk cId="40082485" sldId="368"/>
            <ac:spMk id="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40082485" sldId="368"/>
            <ac:spMk id="12" creationId="{00000000-0000-0000-0000-000000000000}"/>
          </ac:spMkLst>
        </pc:spChg>
        <pc:grpChg chg="mod">
          <ac:chgData name="Dr. Nahid Sultana" userId="ff0ae4fb-5158-44ab-9438-4247c64d5f25" providerId="ADAL" clId="{C451A662-ED4E-41D3-942E-DEED18975275}" dt="2024-01-07T20:16:37.083" v="223" actId="1076"/>
          <ac:grpSpMkLst>
            <pc:docMk/>
            <pc:sldMk cId="40082485" sldId="368"/>
            <ac:grpSpMk id="2" creationId="{00000000-0000-0000-0000-000000000000}"/>
          </ac:grpSpMkLst>
        </pc:grpChg>
        <pc:picChg chg="mod">
          <ac:chgData name="Dr. Nahid Sultana" userId="ff0ae4fb-5158-44ab-9438-4247c64d5f25" providerId="ADAL" clId="{C451A662-ED4E-41D3-942E-DEED18975275}" dt="2024-01-07T20:16:33.263" v="222" actId="1076"/>
          <ac:picMkLst>
            <pc:docMk/>
            <pc:sldMk cId="40082485" sldId="368"/>
            <ac:picMk id="10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40082485" sldId="368"/>
            <ac:picMk id="11" creationId="{00000000-0000-0000-0000-000000000000}"/>
          </ac:picMkLst>
        </pc:picChg>
      </pc:sldChg>
      <pc:sldChg chg="modSp mod modAnim">
        <pc:chgData name="Dr. Nahid Sultana" userId="ff0ae4fb-5158-44ab-9438-4247c64d5f25" providerId="ADAL" clId="{C451A662-ED4E-41D3-942E-DEED18975275}" dt="2024-01-07T20:20:01.405" v="249" actId="20577"/>
        <pc:sldMkLst>
          <pc:docMk/>
          <pc:sldMk cId="2922238536" sldId="369"/>
        </pc:sldMkLst>
        <pc:spChg chg="mod">
          <ac:chgData name="Dr. Nahid Sultana" userId="ff0ae4fb-5158-44ab-9438-4247c64d5f25" providerId="ADAL" clId="{C451A662-ED4E-41D3-942E-DEED18975275}" dt="2024-01-07T20:20:01.405" v="249" actId="20577"/>
          <ac:spMkLst>
            <pc:docMk/>
            <pc:sldMk cId="2922238536" sldId="369"/>
            <ac:spMk id="3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922238536" sldId="369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16:58.062" v="225" actId="255"/>
          <ac:spMkLst>
            <pc:docMk/>
            <pc:sldMk cId="2922238536" sldId="369"/>
            <ac:spMk id="9" creationId="{00000000-0000-0000-0000-000000000000}"/>
          </ac:spMkLst>
        </pc:spChg>
        <pc:picChg chg="mod">
          <ac:chgData name="Dr. Nahid Sultana" userId="ff0ae4fb-5158-44ab-9438-4247c64d5f25" providerId="ADAL" clId="{C451A662-ED4E-41D3-942E-DEED18975275}" dt="2024-01-07T20:17:07.262" v="228" actId="1076"/>
          <ac:picMkLst>
            <pc:docMk/>
            <pc:sldMk cId="2922238536" sldId="369"/>
            <ac:picMk id="7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20:19:35.456" v="247" actId="1076"/>
          <ac:picMkLst>
            <pc:docMk/>
            <pc:sldMk cId="2922238536" sldId="369"/>
            <ac:picMk id="10" creationId="{00000000-0000-0000-0000-000000000000}"/>
          </ac:picMkLst>
        </pc:picChg>
      </pc:sldChg>
      <pc:sldChg chg="delSp modSp mod delAnim">
        <pc:chgData name="Dr. Nahid Sultana" userId="ff0ae4fb-5158-44ab-9438-4247c64d5f25" providerId="ADAL" clId="{C451A662-ED4E-41D3-942E-DEED18975275}" dt="2024-01-07T20:22:23.535" v="264" actId="1076"/>
        <pc:sldMkLst>
          <pc:docMk/>
          <pc:sldMk cId="2852693307" sldId="370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2852693307" sldId="370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20:23.929" v="250" actId="255"/>
          <ac:spMkLst>
            <pc:docMk/>
            <pc:sldMk cId="2852693307" sldId="370"/>
            <ac:spMk id="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20:36.781" v="252" actId="14100"/>
          <ac:spMkLst>
            <pc:docMk/>
            <pc:sldMk cId="2852693307" sldId="370"/>
            <ac:spMk id="10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22:21.862" v="263" actId="1076"/>
          <ac:spMkLst>
            <pc:docMk/>
            <pc:sldMk cId="2852693307" sldId="370"/>
            <ac:spMk id="14" creationId="{00000000-0000-0000-0000-000000000000}"/>
          </ac:spMkLst>
        </pc:spChg>
        <pc:spChg chg="del mod">
          <ac:chgData name="Dr. Nahid Sultana" userId="ff0ae4fb-5158-44ab-9438-4247c64d5f25" providerId="ADAL" clId="{C451A662-ED4E-41D3-942E-DEED18975275}" dt="2024-01-07T20:22:09.846" v="262" actId="21"/>
          <ac:spMkLst>
            <pc:docMk/>
            <pc:sldMk cId="2852693307" sldId="370"/>
            <ac:spMk id="15" creationId="{00000000-0000-0000-0000-000000000000}"/>
          </ac:spMkLst>
        </pc:spChg>
        <pc:picChg chg="mod">
          <ac:chgData name="Dr. Nahid Sultana" userId="ff0ae4fb-5158-44ab-9438-4247c64d5f25" providerId="ADAL" clId="{C451A662-ED4E-41D3-942E-DEED18975275}" dt="2024-01-07T20:20:45.382" v="253" actId="1076"/>
          <ac:picMkLst>
            <pc:docMk/>
            <pc:sldMk cId="2852693307" sldId="370"/>
            <ac:picMk id="11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20:22:23.535" v="264" actId="1076"/>
          <ac:picMkLst>
            <pc:docMk/>
            <pc:sldMk cId="2852693307" sldId="370"/>
            <ac:picMk id="12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20:22:21.862" v="263" actId="1076"/>
          <ac:picMkLst>
            <pc:docMk/>
            <pc:sldMk cId="2852693307" sldId="370"/>
            <ac:picMk id="13" creationId="{00000000-0000-0000-0000-000000000000}"/>
          </ac:picMkLst>
        </pc:picChg>
      </pc:sldChg>
      <pc:sldChg chg="modSp mod">
        <pc:chgData name="Dr. Nahid Sultana" userId="ff0ae4fb-5158-44ab-9438-4247c64d5f25" providerId="ADAL" clId="{C451A662-ED4E-41D3-942E-DEED18975275}" dt="2024-01-07T20:33:08.621" v="419" actId="1076"/>
        <pc:sldMkLst>
          <pc:docMk/>
          <pc:sldMk cId="3750223385" sldId="371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750223385" sldId="371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750223385" sldId="371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750223385" sldId="371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750223385" sldId="371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26:13.444" v="309" actId="255"/>
          <ac:spMkLst>
            <pc:docMk/>
            <pc:sldMk cId="3750223385" sldId="371"/>
            <ac:spMk id="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3750223385" sldId="371"/>
            <ac:spMk id="16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33:04.072" v="418" actId="1076"/>
          <ac:spMkLst>
            <pc:docMk/>
            <pc:sldMk cId="3750223385" sldId="371"/>
            <ac:spMk id="21" creationId="{00000000-0000-0000-0000-000000000000}"/>
          </ac:spMkLst>
        </pc:spChg>
        <pc:grpChg chg="mod">
          <ac:chgData name="Dr. Nahid Sultana" userId="ff0ae4fb-5158-44ab-9438-4247c64d5f25" providerId="ADAL" clId="{C451A662-ED4E-41D3-942E-DEED18975275}" dt="2024-01-07T20:33:08.621" v="419" actId="1076"/>
          <ac:grpSpMkLst>
            <pc:docMk/>
            <pc:sldMk cId="3750223385" sldId="371"/>
            <ac:grpSpMk id="7" creationId="{00000000-0000-0000-0000-000000000000}"/>
          </ac:grpSpMkLst>
        </pc:grpChg>
        <pc:grpChg chg="mod">
          <ac:chgData name="Dr. Nahid Sultana" userId="ff0ae4fb-5158-44ab-9438-4247c64d5f25" providerId="ADAL" clId="{C451A662-ED4E-41D3-942E-DEED18975275}" dt="2024-01-07T20:33:04.072" v="418" actId="1076"/>
          <ac:grpSpMkLst>
            <pc:docMk/>
            <pc:sldMk cId="3750223385" sldId="371"/>
            <ac:grpSpMk id="20" creationId="{00000000-0000-0000-0000-000000000000}"/>
          </ac:grpSpMkLst>
        </pc:grpChg>
        <pc:picChg chg="mod">
          <ac:chgData name="Dr. Nahid Sultana" userId="ff0ae4fb-5158-44ab-9438-4247c64d5f25" providerId="ADAL" clId="{C451A662-ED4E-41D3-942E-DEED18975275}" dt="2024-01-07T20:26:46.554" v="313" actId="14100"/>
          <ac:picMkLst>
            <pc:docMk/>
            <pc:sldMk cId="3750223385" sldId="371"/>
            <ac:picMk id="3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3750223385" sldId="371"/>
            <ac:picMk id="19" creationId="{00000000-0000-0000-0000-000000000000}"/>
          </ac:picMkLst>
        </pc:picChg>
      </pc:sldChg>
      <pc:sldChg chg="modSp mod">
        <pc:chgData name="Dr. Nahid Sultana" userId="ff0ae4fb-5158-44ab-9438-4247c64d5f25" providerId="ADAL" clId="{C451A662-ED4E-41D3-942E-DEED18975275}" dt="2024-01-07T20:32:53.476" v="417" actId="1076"/>
        <pc:sldMkLst>
          <pc:docMk/>
          <pc:sldMk cId="1967718526" sldId="372"/>
        </pc:sld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67718526" sldId="372"/>
            <ac:spMk id="2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67718526" sldId="372"/>
            <ac:spMk id="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67718526" sldId="372"/>
            <ac:spMk id="5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967718526" sldId="372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27:34.491" v="320" actId="255"/>
          <ac:spMkLst>
            <pc:docMk/>
            <pc:sldMk cId="1967718526" sldId="372"/>
            <ac:spMk id="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32:50.458" v="416" actId="1076"/>
          <ac:spMkLst>
            <pc:docMk/>
            <pc:sldMk cId="1967718526" sldId="372"/>
            <ac:spMk id="1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32:50.458" v="416" actId="1076"/>
          <ac:spMkLst>
            <pc:docMk/>
            <pc:sldMk cId="1967718526" sldId="372"/>
            <ac:spMk id="21" creationId="{00000000-0000-0000-0000-000000000000}"/>
          </ac:spMkLst>
        </pc:spChg>
        <pc:grpChg chg="mod">
          <ac:chgData name="Dr. Nahid Sultana" userId="ff0ae4fb-5158-44ab-9438-4247c64d5f25" providerId="ADAL" clId="{C451A662-ED4E-41D3-942E-DEED18975275}" dt="2024-01-07T20:32:53.476" v="417" actId="1076"/>
          <ac:grpSpMkLst>
            <pc:docMk/>
            <pc:sldMk cId="1967718526" sldId="372"/>
            <ac:grpSpMk id="11" creationId="{00000000-0000-0000-0000-000000000000}"/>
          </ac:grpSpMkLst>
        </pc:grpChg>
        <pc:picChg chg="mod">
          <ac:chgData name="Dr. Nahid Sultana" userId="ff0ae4fb-5158-44ab-9438-4247c64d5f25" providerId="ADAL" clId="{C451A662-ED4E-41D3-942E-DEED18975275}" dt="2024-01-07T19:42:58.092" v="0"/>
          <ac:picMkLst>
            <pc:docMk/>
            <pc:sldMk cId="1967718526" sldId="372"/>
            <ac:picMk id="10" creationId="{00000000-0000-0000-0000-000000000000}"/>
          </ac:picMkLst>
        </pc:picChg>
      </pc:sldChg>
      <pc:sldChg chg="modSp mod">
        <pc:chgData name="Dr. Nahid Sultana" userId="ff0ae4fb-5158-44ab-9438-4247c64d5f25" providerId="ADAL" clId="{C451A662-ED4E-41D3-942E-DEED18975275}" dt="2024-01-07T19:59:31.129" v="143" actId="14100"/>
        <pc:sldMkLst>
          <pc:docMk/>
          <pc:sldMk cId="2485717772" sldId="373"/>
        </pc:sldMkLst>
        <pc:spChg chg="mod">
          <ac:chgData name="Dr. Nahid Sultana" userId="ff0ae4fb-5158-44ab-9438-4247c64d5f25" providerId="ADAL" clId="{C451A662-ED4E-41D3-942E-DEED18975275}" dt="2024-01-07T19:59:31.129" v="143" actId="14100"/>
          <ac:spMkLst>
            <pc:docMk/>
            <pc:sldMk cId="2485717772" sldId="373"/>
            <ac:spMk id="7" creationId="{92E767B0-A104-4E80-ABA8-C8059BC04C47}"/>
          </ac:spMkLst>
        </pc:spChg>
      </pc:sldChg>
      <pc:sldChg chg="modSp mod">
        <pc:chgData name="Dr. Nahid Sultana" userId="ff0ae4fb-5158-44ab-9438-4247c64d5f25" providerId="ADAL" clId="{C451A662-ED4E-41D3-942E-DEED18975275}" dt="2024-01-07T19:59:42.761" v="145" actId="14100"/>
        <pc:sldMkLst>
          <pc:docMk/>
          <pc:sldMk cId="2356841323" sldId="374"/>
        </pc:sldMkLst>
        <pc:spChg chg="mod">
          <ac:chgData name="Dr. Nahid Sultana" userId="ff0ae4fb-5158-44ab-9438-4247c64d5f25" providerId="ADAL" clId="{C451A662-ED4E-41D3-942E-DEED18975275}" dt="2024-01-07T19:59:42.761" v="145" actId="14100"/>
          <ac:spMkLst>
            <pc:docMk/>
            <pc:sldMk cId="2356841323" sldId="374"/>
            <ac:spMk id="7" creationId="{92E767B0-A104-4E80-ABA8-C8059BC04C47}"/>
          </ac:spMkLst>
        </pc:spChg>
      </pc:sldChg>
      <pc:sldChg chg="addSp delSp modSp del mod delAnim chgLayout">
        <pc:chgData name="Dr. Nahid Sultana" userId="ff0ae4fb-5158-44ab-9438-4247c64d5f25" providerId="ADAL" clId="{C451A662-ED4E-41D3-942E-DEED18975275}" dt="2024-01-07T20:23:48.177" v="285" actId="47"/>
        <pc:sldMkLst>
          <pc:docMk/>
          <pc:sldMk cId="2398699167" sldId="375"/>
        </pc:sldMkLst>
        <pc:spChg chg="add del mod ord">
          <ac:chgData name="Dr. Nahid Sultana" userId="ff0ae4fb-5158-44ab-9438-4247c64d5f25" providerId="ADAL" clId="{C451A662-ED4E-41D3-942E-DEED18975275}" dt="2024-01-07T20:23:02.283" v="270" actId="700"/>
          <ac:spMkLst>
            <pc:docMk/>
            <pc:sldMk cId="2398699167" sldId="375"/>
            <ac:spMk id="2" creationId="{5E8E643E-1F3F-3637-1263-157330D6E7A8}"/>
          </ac:spMkLst>
        </pc:spChg>
        <pc:spChg chg="add del mod ord">
          <ac:chgData name="Dr. Nahid Sultana" userId="ff0ae4fb-5158-44ab-9438-4247c64d5f25" providerId="ADAL" clId="{C451A662-ED4E-41D3-942E-DEED18975275}" dt="2024-01-07T20:23:02.283" v="270" actId="700"/>
          <ac:spMkLst>
            <pc:docMk/>
            <pc:sldMk cId="2398699167" sldId="375"/>
            <ac:spMk id="3" creationId="{2D89989F-0593-800D-6C9B-55DC61BC2D7D}"/>
          </ac:spMkLst>
        </pc:spChg>
        <pc:spChg chg="mod ord">
          <ac:chgData name="Dr. Nahid Sultana" userId="ff0ae4fb-5158-44ab-9438-4247c64d5f25" providerId="ADAL" clId="{C451A662-ED4E-41D3-942E-DEED18975275}" dt="2024-01-07T20:23:02.283" v="270" actId="700"/>
          <ac:spMkLst>
            <pc:docMk/>
            <pc:sldMk cId="2398699167" sldId="375"/>
            <ac:spMk id="6" creationId="{EBC91F49-6128-4505-B051-0183FD09533B}"/>
          </ac:spMkLst>
        </pc:spChg>
        <pc:picChg chg="del mod">
          <ac:chgData name="Dr. Nahid Sultana" userId="ff0ae4fb-5158-44ab-9438-4247c64d5f25" providerId="ADAL" clId="{C451A662-ED4E-41D3-942E-DEED18975275}" dt="2024-01-07T20:23:19.511" v="272" actId="21"/>
          <ac:picMkLst>
            <pc:docMk/>
            <pc:sldMk cId="2398699167" sldId="375"/>
            <ac:picMk id="7" creationId="{7FC3BFAF-2970-4FF1-9A53-8E28D5216A91}"/>
          </ac:picMkLst>
        </pc:picChg>
      </pc:sldChg>
      <pc:sldChg chg="addSp delSp modSp del mod delAnim modAnim">
        <pc:chgData name="Dr. Nahid Sultana" userId="ff0ae4fb-5158-44ab-9438-4247c64d5f25" providerId="ADAL" clId="{C451A662-ED4E-41D3-942E-DEED18975275}" dt="2024-01-07T20:25:59.716" v="308" actId="47"/>
        <pc:sldMkLst>
          <pc:docMk/>
          <pc:sldMk cId="2278322890" sldId="376"/>
        </pc:sldMkLst>
        <pc:spChg chg="add del mod">
          <ac:chgData name="Dr. Nahid Sultana" userId="ff0ae4fb-5158-44ab-9438-4247c64d5f25" providerId="ADAL" clId="{C451A662-ED4E-41D3-942E-DEED18975275}" dt="2024-01-07T20:24:46.046" v="293" actId="21"/>
          <ac:spMkLst>
            <pc:docMk/>
            <pc:sldMk cId="2278322890" sldId="376"/>
            <ac:spMk id="2" creationId="{3EF8068A-BE8B-92FB-3DBE-C4C3D632EA0F}"/>
          </ac:spMkLst>
        </pc:spChg>
        <pc:spChg chg="del mod">
          <ac:chgData name="Dr. Nahid Sultana" userId="ff0ae4fb-5158-44ab-9438-4247c64d5f25" providerId="ADAL" clId="{C451A662-ED4E-41D3-942E-DEED18975275}" dt="2024-01-07T20:24:46.046" v="293" actId="21"/>
          <ac:spMkLst>
            <pc:docMk/>
            <pc:sldMk cId="2278322890" sldId="376"/>
            <ac:spMk id="5" creationId="{0CE18164-094B-4C01-99EE-7DBB8EB658C3}"/>
          </ac:spMkLst>
        </pc:spChg>
      </pc:sldChg>
      <pc:sldChg chg="addSp delSp modSp mod modClrScheme chgLayout">
        <pc:chgData name="Dr. Nahid Sultana" userId="ff0ae4fb-5158-44ab-9438-4247c64d5f25" providerId="ADAL" clId="{C451A662-ED4E-41D3-942E-DEED18975275}" dt="2024-01-07T20:28:42.042" v="328" actId="1036"/>
        <pc:sldMkLst>
          <pc:docMk/>
          <pc:sldMk cId="2360627017" sldId="377"/>
        </pc:sldMkLst>
        <pc:spChg chg="add del mod ord">
          <ac:chgData name="Dr. Nahid Sultana" userId="ff0ae4fb-5158-44ab-9438-4247c64d5f25" providerId="ADAL" clId="{C451A662-ED4E-41D3-942E-DEED18975275}" dt="2024-01-07T20:28:37.531" v="324" actId="478"/>
          <ac:spMkLst>
            <pc:docMk/>
            <pc:sldMk cId="2360627017" sldId="377"/>
            <ac:spMk id="2" creationId="{1664537F-7251-798A-55B4-B37E9E0DEA9E}"/>
          </ac:spMkLst>
        </pc:spChg>
        <pc:spChg chg="add mod">
          <ac:chgData name="Dr. Nahid Sultana" userId="ff0ae4fb-5158-44ab-9438-4247c64d5f25" providerId="ADAL" clId="{C451A662-ED4E-41D3-942E-DEED18975275}" dt="2024-01-07T20:28:42.042" v="328" actId="1036"/>
          <ac:spMkLst>
            <pc:docMk/>
            <pc:sldMk cId="2360627017" sldId="377"/>
            <ac:spMk id="3" creationId="{512F24C9-546B-E7A5-C26B-946D0A3A6C3B}"/>
          </ac:spMkLst>
        </pc:spChg>
        <pc:spChg chg="add mod">
          <ac:chgData name="Dr. Nahid Sultana" userId="ff0ae4fb-5158-44ab-9438-4247c64d5f25" providerId="ADAL" clId="{C451A662-ED4E-41D3-942E-DEED18975275}" dt="2024-01-07T20:28:42.042" v="328" actId="1036"/>
          <ac:spMkLst>
            <pc:docMk/>
            <pc:sldMk cId="2360627017" sldId="377"/>
            <ac:spMk id="4" creationId="{EB941E41-0D88-436D-9CD1-FFEE6C29CEDB}"/>
          </ac:spMkLst>
        </pc:spChg>
        <pc:spChg chg="mod ord">
          <ac:chgData name="Dr. Nahid Sultana" userId="ff0ae4fb-5158-44ab-9438-4247c64d5f25" providerId="ADAL" clId="{C451A662-ED4E-41D3-942E-DEED18975275}" dt="2024-01-07T20:28:11.349" v="322" actId="27636"/>
          <ac:spMkLst>
            <pc:docMk/>
            <pc:sldMk cId="2360627017" sldId="377"/>
            <ac:spMk id="6" creationId="{02DD755D-1A2F-45AF-BCB5-8B86357C1CEB}"/>
          </ac:spMkLst>
        </pc:spChg>
        <pc:spChg chg="mod">
          <ac:chgData name="Dr. Nahid Sultana" userId="ff0ae4fb-5158-44ab-9438-4247c64d5f25" providerId="ADAL" clId="{C451A662-ED4E-41D3-942E-DEED18975275}" dt="2024-01-07T20:28:17.168" v="323" actId="1076"/>
          <ac:spMkLst>
            <pc:docMk/>
            <pc:sldMk cId="2360627017" sldId="377"/>
            <ac:spMk id="7" creationId="{64F97C05-82D3-428D-9284-EE26F449AFCC}"/>
          </ac:spMkLst>
        </pc:spChg>
      </pc:sldChg>
      <pc:sldChg chg="addSp delSp modSp mod modClrScheme chgLayout">
        <pc:chgData name="Dr. Nahid Sultana" userId="ff0ae4fb-5158-44ab-9438-4247c64d5f25" providerId="ADAL" clId="{C451A662-ED4E-41D3-942E-DEED18975275}" dt="2024-01-07T20:31:02.857" v="386" actId="1076"/>
        <pc:sldMkLst>
          <pc:docMk/>
          <pc:sldMk cId="4116828519" sldId="378"/>
        </pc:sldMkLst>
        <pc:spChg chg="mod ord">
          <ac:chgData name="Dr. Nahid Sultana" userId="ff0ae4fb-5158-44ab-9438-4247c64d5f25" providerId="ADAL" clId="{C451A662-ED4E-41D3-942E-DEED18975275}" dt="2024-01-07T20:29:13.503" v="333" actId="700"/>
          <ac:spMkLst>
            <pc:docMk/>
            <pc:sldMk cId="4116828519" sldId="378"/>
            <ac:spMk id="4" creationId="{DE10E322-3954-404C-9FD9-10DC93B3C988}"/>
          </ac:spMkLst>
        </pc:spChg>
        <pc:spChg chg="mod">
          <ac:chgData name="Dr. Nahid Sultana" userId="ff0ae4fb-5158-44ab-9438-4247c64d5f25" providerId="ADAL" clId="{C451A662-ED4E-41D3-942E-DEED18975275}" dt="2024-01-07T20:31:02.857" v="386" actId="1076"/>
          <ac:spMkLst>
            <pc:docMk/>
            <pc:sldMk cId="4116828519" sldId="378"/>
            <ac:spMk id="5" creationId="{D6C18274-74EB-4743-AE95-A517C69C7588}"/>
          </ac:spMkLst>
        </pc:spChg>
        <pc:spChg chg="add del mod ord">
          <ac:chgData name="Dr. Nahid Sultana" userId="ff0ae4fb-5158-44ab-9438-4247c64d5f25" providerId="ADAL" clId="{C451A662-ED4E-41D3-942E-DEED18975275}" dt="2024-01-07T20:29:00.728" v="331" actId="478"/>
          <ac:spMkLst>
            <pc:docMk/>
            <pc:sldMk cId="4116828519" sldId="378"/>
            <ac:spMk id="6" creationId="{BB567C4F-CBB3-3B70-8FE5-249EFCAD6FDC}"/>
          </ac:spMkLst>
        </pc:spChg>
        <pc:spChg chg="add mod ord">
          <ac:chgData name="Dr. Nahid Sultana" userId="ff0ae4fb-5158-44ab-9438-4247c64d5f25" providerId="ADAL" clId="{C451A662-ED4E-41D3-942E-DEED18975275}" dt="2024-01-07T20:29:23.257" v="342" actId="20577"/>
          <ac:spMkLst>
            <pc:docMk/>
            <pc:sldMk cId="4116828519" sldId="378"/>
            <ac:spMk id="7" creationId="{15157C9C-857E-E477-5928-45D7880DB53D}"/>
          </ac:spMkLst>
        </pc:spChg>
      </pc:sldChg>
      <pc:sldChg chg="addSp modSp mod modClrScheme chgLayout">
        <pc:chgData name="Dr. Nahid Sultana" userId="ff0ae4fb-5158-44ab-9438-4247c64d5f25" providerId="ADAL" clId="{C451A662-ED4E-41D3-942E-DEED18975275}" dt="2024-01-07T20:30:51.629" v="383" actId="1076"/>
        <pc:sldMkLst>
          <pc:docMk/>
          <pc:sldMk cId="68373491" sldId="379"/>
        </pc:sldMkLst>
        <pc:spChg chg="mod ord">
          <ac:chgData name="Dr. Nahid Sultana" userId="ff0ae4fb-5158-44ab-9438-4247c64d5f25" providerId="ADAL" clId="{C451A662-ED4E-41D3-942E-DEED18975275}" dt="2024-01-07T20:29:45.166" v="347" actId="27636"/>
          <ac:spMkLst>
            <pc:docMk/>
            <pc:sldMk cId="68373491" sldId="379"/>
            <ac:spMk id="4" creationId="{DE10E322-3954-404C-9FD9-10DC93B3C988}"/>
          </ac:spMkLst>
        </pc:spChg>
        <pc:spChg chg="mod">
          <ac:chgData name="Dr. Nahid Sultana" userId="ff0ae4fb-5158-44ab-9438-4247c64d5f25" providerId="ADAL" clId="{C451A662-ED4E-41D3-942E-DEED18975275}" dt="2024-01-07T20:30:51.629" v="383" actId="1076"/>
          <ac:spMkLst>
            <pc:docMk/>
            <pc:sldMk cId="68373491" sldId="379"/>
            <ac:spMk id="5" creationId="{D6C18274-74EB-4743-AE95-A517C69C7588}"/>
          </ac:spMkLst>
        </pc:spChg>
        <pc:spChg chg="add mod ord">
          <ac:chgData name="Dr. Nahid Sultana" userId="ff0ae4fb-5158-44ab-9438-4247c64d5f25" providerId="ADAL" clId="{C451A662-ED4E-41D3-942E-DEED18975275}" dt="2024-01-07T20:29:48.937" v="354" actId="20577"/>
          <ac:spMkLst>
            <pc:docMk/>
            <pc:sldMk cId="68373491" sldId="379"/>
            <ac:spMk id="6" creationId="{82603814-B854-473D-77AD-94568C28A8D4}"/>
          </ac:spMkLst>
        </pc:spChg>
      </pc:sldChg>
      <pc:sldChg chg="addSp modSp mod modClrScheme chgLayout">
        <pc:chgData name="Dr. Nahid Sultana" userId="ff0ae4fb-5158-44ab-9438-4247c64d5f25" providerId="ADAL" clId="{C451A662-ED4E-41D3-942E-DEED18975275}" dt="2024-01-07T20:31:35.831" v="399" actId="1076"/>
        <pc:sldMkLst>
          <pc:docMk/>
          <pc:sldMk cId="1063520584" sldId="380"/>
        </pc:sldMkLst>
        <pc:spChg chg="add mod ord">
          <ac:chgData name="Dr. Nahid Sultana" userId="ff0ae4fb-5158-44ab-9438-4247c64d5f25" providerId="ADAL" clId="{C451A662-ED4E-41D3-942E-DEED18975275}" dt="2024-01-07T20:31:22.946" v="396" actId="20577"/>
          <ac:spMkLst>
            <pc:docMk/>
            <pc:sldMk cId="1063520584" sldId="380"/>
            <ac:spMk id="2" creationId="{AF823719-7CF2-C3DD-ECE9-54648E988AF1}"/>
          </ac:spMkLst>
        </pc:spChg>
        <pc:spChg chg="mod ord">
          <ac:chgData name="Dr. Nahid Sultana" userId="ff0ae4fb-5158-44ab-9438-4247c64d5f25" providerId="ADAL" clId="{C451A662-ED4E-41D3-942E-DEED18975275}" dt="2024-01-07T20:31:13.678" v="388" actId="27636"/>
          <ac:spMkLst>
            <pc:docMk/>
            <pc:sldMk cId="1063520584" sldId="380"/>
            <ac:spMk id="4" creationId="{7EC1EA2E-D2A4-45F8-98B4-8DEDC714336A}"/>
          </ac:spMkLst>
        </pc:spChg>
        <pc:spChg chg="mod">
          <ac:chgData name="Dr. Nahid Sultana" userId="ff0ae4fb-5158-44ab-9438-4247c64d5f25" providerId="ADAL" clId="{C451A662-ED4E-41D3-942E-DEED18975275}" dt="2024-01-07T20:31:35.831" v="399" actId="1076"/>
          <ac:spMkLst>
            <pc:docMk/>
            <pc:sldMk cId="1063520584" sldId="380"/>
            <ac:spMk id="5" creationId="{C49468C1-DB44-42FE-948E-8183478712A0}"/>
          </ac:spMkLst>
        </pc:spChg>
      </pc:sldChg>
      <pc:sldChg chg="addSp modSp mod modClrScheme chgLayout">
        <pc:chgData name="Dr. Nahid Sultana" userId="ff0ae4fb-5158-44ab-9438-4247c64d5f25" providerId="ADAL" clId="{C451A662-ED4E-41D3-942E-DEED18975275}" dt="2024-01-07T20:32:12.433" v="415" actId="20577"/>
        <pc:sldMkLst>
          <pc:docMk/>
          <pc:sldMk cId="3731351137" sldId="381"/>
        </pc:sldMkLst>
        <pc:spChg chg="add mod ord">
          <ac:chgData name="Dr. Nahid Sultana" userId="ff0ae4fb-5158-44ab-9438-4247c64d5f25" providerId="ADAL" clId="{C451A662-ED4E-41D3-942E-DEED18975275}" dt="2024-01-07T20:31:53.996" v="409" actId="20577"/>
          <ac:spMkLst>
            <pc:docMk/>
            <pc:sldMk cId="3731351137" sldId="381"/>
            <ac:spMk id="2" creationId="{A92E1E2C-ED46-C6D6-8589-03C98D4F59B3}"/>
          </ac:spMkLst>
        </pc:spChg>
        <pc:spChg chg="mod ord">
          <ac:chgData name="Dr. Nahid Sultana" userId="ff0ae4fb-5158-44ab-9438-4247c64d5f25" providerId="ADAL" clId="{C451A662-ED4E-41D3-942E-DEED18975275}" dt="2024-01-07T20:31:49.729" v="402" actId="27636"/>
          <ac:spMkLst>
            <pc:docMk/>
            <pc:sldMk cId="3731351137" sldId="381"/>
            <ac:spMk id="4" creationId="{7EC1EA2E-D2A4-45F8-98B4-8DEDC714336A}"/>
          </ac:spMkLst>
        </pc:spChg>
        <pc:spChg chg="mod">
          <ac:chgData name="Dr. Nahid Sultana" userId="ff0ae4fb-5158-44ab-9438-4247c64d5f25" providerId="ADAL" clId="{C451A662-ED4E-41D3-942E-DEED18975275}" dt="2024-01-07T20:32:12.433" v="415" actId="20577"/>
          <ac:spMkLst>
            <pc:docMk/>
            <pc:sldMk cId="3731351137" sldId="381"/>
            <ac:spMk id="5" creationId="{C49468C1-DB44-42FE-948E-8183478712A0}"/>
          </ac:spMkLst>
        </pc:spChg>
      </pc:sldChg>
      <pc:sldChg chg="addSp modSp mod">
        <pc:chgData name="Dr. Nahid Sultana" userId="ff0ae4fb-5158-44ab-9438-4247c64d5f25" providerId="ADAL" clId="{C451A662-ED4E-41D3-942E-DEED18975275}" dt="2024-01-08T20:53:26.396" v="447" actId="1076"/>
        <pc:sldMkLst>
          <pc:docMk/>
          <pc:sldMk cId="3886109149" sldId="403"/>
        </pc:sldMkLst>
        <pc:spChg chg="mod">
          <ac:chgData name="Dr. Nahid Sultana" userId="ff0ae4fb-5158-44ab-9438-4247c64d5f25" providerId="ADAL" clId="{C451A662-ED4E-41D3-942E-DEED18975275}" dt="2024-01-08T20:53:13.180" v="443" actId="1076"/>
          <ac:spMkLst>
            <pc:docMk/>
            <pc:sldMk cId="3886109149" sldId="403"/>
            <ac:spMk id="2" creationId="{99DAA778-285E-4D18-8D5A-A15AF1E0900F}"/>
          </ac:spMkLst>
        </pc:spChg>
        <pc:spChg chg="add mod">
          <ac:chgData name="Dr. Nahid Sultana" userId="ff0ae4fb-5158-44ab-9438-4247c64d5f25" providerId="ADAL" clId="{C451A662-ED4E-41D3-942E-DEED18975275}" dt="2024-01-08T20:52:57.169" v="438" actId="1076"/>
          <ac:spMkLst>
            <pc:docMk/>
            <pc:sldMk cId="3886109149" sldId="403"/>
            <ac:spMk id="3" creationId="{F57160DC-56B3-CDC7-B561-1F6A70164885}"/>
          </ac:spMkLst>
        </pc:spChg>
        <pc:picChg chg="mod">
          <ac:chgData name="Dr. Nahid Sultana" userId="ff0ae4fb-5158-44ab-9438-4247c64d5f25" providerId="ADAL" clId="{C451A662-ED4E-41D3-942E-DEED18975275}" dt="2024-01-08T20:53:15.565" v="444" actId="1076"/>
          <ac:picMkLst>
            <pc:docMk/>
            <pc:sldMk cId="3886109149" sldId="403"/>
            <ac:picMk id="5" creationId="{D746CB4A-B685-4CF9-9EDF-7372D8ECD45A}"/>
          </ac:picMkLst>
        </pc:picChg>
        <pc:picChg chg="mod">
          <ac:chgData name="Dr. Nahid Sultana" userId="ff0ae4fb-5158-44ab-9438-4247c64d5f25" providerId="ADAL" clId="{C451A662-ED4E-41D3-942E-DEED18975275}" dt="2024-01-08T20:53:18.274" v="445" actId="1076"/>
          <ac:picMkLst>
            <pc:docMk/>
            <pc:sldMk cId="3886109149" sldId="403"/>
            <ac:picMk id="8" creationId="{EC4AA789-3DD9-401C-8501-032D51C9A199}"/>
          </ac:picMkLst>
        </pc:picChg>
        <pc:picChg chg="mod">
          <ac:chgData name="Dr. Nahid Sultana" userId="ff0ae4fb-5158-44ab-9438-4247c64d5f25" providerId="ADAL" clId="{C451A662-ED4E-41D3-942E-DEED18975275}" dt="2024-01-08T20:53:22.557" v="446" actId="1076"/>
          <ac:picMkLst>
            <pc:docMk/>
            <pc:sldMk cId="3886109149" sldId="403"/>
            <ac:picMk id="9" creationId="{61DE93E2-AD36-4A6A-82BB-2F85BA0F97E5}"/>
          </ac:picMkLst>
        </pc:picChg>
        <pc:picChg chg="mod">
          <ac:chgData name="Dr. Nahid Sultana" userId="ff0ae4fb-5158-44ab-9438-4247c64d5f25" providerId="ADAL" clId="{C451A662-ED4E-41D3-942E-DEED18975275}" dt="2024-01-08T20:53:26.396" v="447" actId="1076"/>
          <ac:picMkLst>
            <pc:docMk/>
            <pc:sldMk cId="3886109149" sldId="403"/>
            <ac:picMk id="10" creationId="{4142B86B-514B-4471-BA61-60E8A67AD3C9}"/>
          </ac:picMkLst>
        </pc:picChg>
      </pc:sldChg>
      <pc:sldChg chg="addSp modSp mod">
        <pc:chgData name="Dr. Nahid Sultana" userId="ff0ae4fb-5158-44ab-9438-4247c64d5f25" providerId="ADAL" clId="{C451A662-ED4E-41D3-942E-DEED18975275}" dt="2024-01-08T20:59:47.946" v="483" actId="1076"/>
        <pc:sldMkLst>
          <pc:docMk/>
          <pc:sldMk cId="1243156030" sldId="404"/>
        </pc:sldMkLst>
        <pc:spChg chg="add mod">
          <ac:chgData name="Dr. Nahid Sultana" userId="ff0ae4fb-5158-44ab-9438-4247c64d5f25" providerId="ADAL" clId="{C451A662-ED4E-41D3-942E-DEED18975275}" dt="2024-01-08T20:59:19.331" v="479" actId="1076"/>
          <ac:spMkLst>
            <pc:docMk/>
            <pc:sldMk cId="1243156030" sldId="404"/>
            <ac:spMk id="2" creationId="{444427C6-AB6D-504F-B0CE-7FE7EF5A56DB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243156030" sldId="404"/>
            <ac:spMk id="4" creationId="{D4AE3DCD-8C91-4CB8-A412-F2816848DBB5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243156030" sldId="404"/>
            <ac:spMk id="5" creationId="{D0F4D8F7-3820-4847-9896-E34433EC3CAD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k cId="1243156030" sldId="404"/>
            <ac:spMk id="7" creationId="{F12EF113-AD74-488C-9B89-7D62BE715B48}"/>
          </ac:spMkLst>
        </pc:spChg>
        <pc:spChg chg="mod">
          <ac:chgData name="Dr. Nahid Sultana" userId="ff0ae4fb-5158-44ab-9438-4247c64d5f25" providerId="ADAL" clId="{C451A662-ED4E-41D3-942E-DEED18975275}" dt="2024-01-08T20:59:47.946" v="483" actId="1076"/>
          <ac:spMkLst>
            <pc:docMk/>
            <pc:sldMk cId="1243156030" sldId="404"/>
            <ac:spMk id="9" creationId="{B3B1348D-0986-4779-BB13-3D3162D13AD7}"/>
          </ac:spMkLst>
        </pc:spChg>
        <pc:picChg chg="mod">
          <ac:chgData name="Dr. Nahid Sultana" userId="ff0ae4fb-5158-44ab-9438-4247c64d5f25" providerId="ADAL" clId="{C451A662-ED4E-41D3-942E-DEED18975275}" dt="2024-01-08T20:59:03.939" v="477" actId="1076"/>
          <ac:picMkLst>
            <pc:docMk/>
            <pc:sldMk cId="1243156030" sldId="404"/>
            <ac:picMk id="10" creationId="{1D917A97-CB85-4E82-A511-0B41CE2E3466}"/>
          </ac:picMkLst>
        </pc:picChg>
        <pc:picChg chg="mod">
          <ac:chgData name="Dr. Nahid Sultana" userId="ff0ae4fb-5158-44ab-9438-4247c64d5f25" providerId="ADAL" clId="{C451A662-ED4E-41D3-942E-DEED18975275}" dt="2024-01-08T20:59:00.767" v="476" actId="1076"/>
          <ac:picMkLst>
            <pc:docMk/>
            <pc:sldMk cId="1243156030" sldId="404"/>
            <ac:picMk id="11" creationId="{6219B8F6-6C49-4DCF-9C2C-5F855A5DAF8D}"/>
          </ac:picMkLst>
        </pc:picChg>
        <pc:picChg chg="mod">
          <ac:chgData name="Dr. Nahid Sultana" userId="ff0ae4fb-5158-44ab-9438-4247c64d5f25" providerId="ADAL" clId="{C451A662-ED4E-41D3-942E-DEED18975275}" dt="2024-01-08T20:58:58.550" v="475" actId="1076"/>
          <ac:picMkLst>
            <pc:docMk/>
            <pc:sldMk cId="1243156030" sldId="404"/>
            <ac:picMk id="13" creationId="{E7328061-5C09-4CE7-841B-8BBB8557C371}"/>
          </ac:picMkLst>
        </pc:picChg>
      </pc:sldChg>
      <pc:sldChg chg="addSp delSp modSp new del mod modAnim">
        <pc:chgData name="Dr. Nahid Sultana" userId="ff0ae4fb-5158-44ab-9438-4247c64d5f25" providerId="ADAL" clId="{C451A662-ED4E-41D3-942E-DEED18975275}" dt="2024-01-07T20:24:39.912" v="292" actId="47"/>
        <pc:sldMkLst>
          <pc:docMk/>
          <pc:sldMk cId="1011405615" sldId="405"/>
        </pc:sldMkLst>
        <pc:spChg chg="mod">
          <ac:chgData name="Dr. Nahid Sultana" userId="ff0ae4fb-5158-44ab-9438-4247c64d5f25" providerId="ADAL" clId="{C451A662-ED4E-41D3-942E-DEED18975275}" dt="2024-01-07T20:23:41.299" v="284" actId="20577"/>
          <ac:spMkLst>
            <pc:docMk/>
            <pc:sldMk cId="1011405615" sldId="405"/>
            <ac:spMk id="2" creationId="{B8A4EEC5-2FE5-911A-16E7-3C60D1E730D0}"/>
          </ac:spMkLst>
        </pc:spChg>
        <pc:spChg chg="del">
          <ac:chgData name="Dr. Nahid Sultana" userId="ff0ae4fb-5158-44ab-9438-4247c64d5f25" providerId="ADAL" clId="{C451A662-ED4E-41D3-942E-DEED18975275}" dt="2024-01-07T20:23:24.186" v="273" actId="478"/>
          <ac:spMkLst>
            <pc:docMk/>
            <pc:sldMk cId="1011405615" sldId="405"/>
            <ac:spMk id="3" creationId="{784A68A4-16C9-D597-3FA3-1B11CE657B0C}"/>
          </ac:spMkLst>
        </pc:spChg>
        <pc:spChg chg="mod">
          <ac:chgData name="Dr. Nahid Sultana" userId="ff0ae4fb-5158-44ab-9438-4247c64d5f25" providerId="ADAL" clId="{C451A662-ED4E-41D3-942E-DEED18975275}" dt="2024-01-07T20:23:24.245" v="274" actId="27636"/>
          <ac:spMkLst>
            <pc:docMk/>
            <pc:sldMk cId="1011405615" sldId="405"/>
            <ac:spMk id="4" creationId="{DA7D521E-9975-A862-798F-2D9709CA8651}"/>
          </ac:spMkLst>
        </pc:spChg>
        <pc:picChg chg="add mod">
          <ac:chgData name="Dr. Nahid Sultana" userId="ff0ae4fb-5158-44ab-9438-4247c64d5f25" providerId="ADAL" clId="{C451A662-ED4E-41D3-942E-DEED18975275}" dt="2024-01-07T20:23:31.345" v="277" actId="1076"/>
          <ac:picMkLst>
            <pc:docMk/>
            <pc:sldMk cId="1011405615" sldId="405"/>
            <ac:picMk id="5" creationId="{FD2523FD-3B5F-4204-4949-5CE5EF28C743}"/>
          </ac:picMkLst>
        </pc:picChg>
      </pc:sldChg>
      <pc:sldChg chg="delSp modSp add mod delAnim">
        <pc:chgData name="Dr. Nahid Sultana" userId="ff0ae4fb-5158-44ab-9438-4247c64d5f25" providerId="ADAL" clId="{C451A662-ED4E-41D3-942E-DEED18975275}" dt="2024-01-07T20:24:23.408" v="290" actId="1076"/>
        <pc:sldMkLst>
          <pc:docMk/>
          <pc:sldMk cId="2106560711" sldId="406"/>
        </pc:sldMkLst>
        <pc:spChg chg="del">
          <ac:chgData name="Dr. Nahid Sultana" userId="ff0ae4fb-5158-44ab-9438-4247c64d5f25" providerId="ADAL" clId="{C451A662-ED4E-41D3-942E-DEED18975275}" dt="2024-01-07T20:24:08.559" v="287" actId="478"/>
          <ac:spMkLst>
            <pc:docMk/>
            <pc:sldMk cId="2106560711" sldId="406"/>
            <ac:spMk id="10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20:24:23.408" v="290" actId="1076"/>
          <ac:spMkLst>
            <pc:docMk/>
            <pc:sldMk cId="2106560711" sldId="406"/>
            <ac:spMk id="14" creationId="{00000000-0000-0000-0000-000000000000}"/>
          </ac:spMkLst>
        </pc:spChg>
        <pc:picChg chg="del">
          <ac:chgData name="Dr. Nahid Sultana" userId="ff0ae4fb-5158-44ab-9438-4247c64d5f25" providerId="ADAL" clId="{C451A662-ED4E-41D3-942E-DEED18975275}" dt="2024-01-07T20:24:14.225" v="289" actId="478"/>
          <ac:picMkLst>
            <pc:docMk/>
            <pc:sldMk cId="2106560711" sldId="406"/>
            <ac:picMk id="11" creationId="{00000000-0000-0000-0000-000000000000}"/>
          </ac:picMkLst>
        </pc:picChg>
        <pc:picChg chg="del">
          <ac:chgData name="Dr. Nahid Sultana" userId="ff0ae4fb-5158-44ab-9438-4247c64d5f25" providerId="ADAL" clId="{C451A662-ED4E-41D3-942E-DEED18975275}" dt="2024-01-07T20:24:11.675" v="288" actId="478"/>
          <ac:picMkLst>
            <pc:docMk/>
            <pc:sldMk cId="2106560711" sldId="406"/>
            <ac:picMk id="12" creationId="{00000000-0000-0000-0000-000000000000}"/>
          </ac:picMkLst>
        </pc:picChg>
        <pc:picChg chg="mod">
          <ac:chgData name="Dr. Nahid Sultana" userId="ff0ae4fb-5158-44ab-9438-4247c64d5f25" providerId="ADAL" clId="{C451A662-ED4E-41D3-942E-DEED18975275}" dt="2024-01-07T20:24:23.408" v="290" actId="1076"/>
          <ac:picMkLst>
            <pc:docMk/>
            <pc:sldMk cId="2106560711" sldId="406"/>
            <ac:picMk id="13" creationId="{00000000-0000-0000-0000-000000000000}"/>
          </ac:picMkLst>
        </pc:picChg>
      </pc:sldChg>
      <pc:sldChg chg="addSp delSp modSp add mod delAnim modAnim">
        <pc:chgData name="Dr. Nahid Sultana" userId="ff0ae4fb-5158-44ab-9438-4247c64d5f25" providerId="ADAL" clId="{C451A662-ED4E-41D3-942E-DEED18975275}" dt="2024-01-07T20:25:52.441" v="307"/>
        <pc:sldMkLst>
          <pc:docMk/>
          <pc:sldMk cId="1231420561" sldId="407"/>
        </pc:sldMkLst>
        <pc:spChg chg="add mod">
          <ac:chgData name="Dr. Nahid Sultana" userId="ff0ae4fb-5158-44ab-9438-4247c64d5f25" providerId="ADAL" clId="{C451A662-ED4E-41D3-942E-DEED18975275}" dt="2024-01-07T20:25:39.798" v="305" actId="1076"/>
          <ac:spMkLst>
            <pc:docMk/>
            <pc:sldMk cId="1231420561" sldId="407"/>
            <ac:spMk id="2" creationId="{0822F1F0-3D9D-A13D-AC18-D32FE2F24B7C}"/>
          </ac:spMkLst>
        </pc:spChg>
        <pc:spChg chg="add mod">
          <ac:chgData name="Dr. Nahid Sultana" userId="ff0ae4fb-5158-44ab-9438-4247c64d5f25" providerId="ADAL" clId="{C451A662-ED4E-41D3-942E-DEED18975275}" dt="2024-01-07T20:25:03.698" v="297" actId="1076"/>
          <ac:spMkLst>
            <pc:docMk/>
            <pc:sldMk cId="1231420561" sldId="407"/>
            <ac:spMk id="3" creationId="{F549692C-848B-C93E-A2DF-11759E171781}"/>
          </ac:spMkLst>
        </pc:spChg>
        <pc:spChg chg="del">
          <ac:chgData name="Dr. Nahid Sultana" userId="ff0ae4fb-5158-44ab-9438-4247c64d5f25" providerId="ADAL" clId="{C451A662-ED4E-41D3-942E-DEED18975275}" dt="2024-01-07T20:24:55.784" v="295" actId="478"/>
          <ac:spMkLst>
            <pc:docMk/>
            <pc:sldMk cId="1231420561" sldId="407"/>
            <ac:spMk id="14" creationId="{00000000-0000-0000-0000-000000000000}"/>
          </ac:spMkLst>
        </pc:spChg>
        <pc:picChg chg="del">
          <ac:chgData name="Dr. Nahid Sultana" userId="ff0ae4fb-5158-44ab-9438-4247c64d5f25" providerId="ADAL" clId="{C451A662-ED4E-41D3-942E-DEED18975275}" dt="2024-01-07T20:24:52.551" v="294" actId="478"/>
          <ac:picMkLst>
            <pc:docMk/>
            <pc:sldMk cId="1231420561" sldId="407"/>
            <ac:picMk id="13" creationId="{00000000-0000-0000-0000-000000000000}"/>
          </ac:picMkLst>
        </pc:picChg>
      </pc:sldChg>
      <pc:sldChg chg="modAnim">
        <pc:chgData name="Dr. Nahid Sultana" userId="ff0ae4fb-5158-44ab-9438-4247c64d5f25" providerId="ADAL" clId="{C451A662-ED4E-41D3-942E-DEED18975275}" dt="2024-01-15T16:54:47.401" v="766"/>
        <pc:sldMkLst>
          <pc:docMk/>
          <pc:sldMk cId="929222269" sldId="408"/>
        </pc:sldMkLst>
      </pc:sldChg>
      <pc:sldChg chg="add del">
        <pc:chgData name="Dr. Nahid Sultana" userId="ff0ae4fb-5158-44ab-9438-4247c64d5f25" providerId="ADAL" clId="{C451A662-ED4E-41D3-942E-DEED18975275}" dt="2024-01-08T21:30:24.192" v="763" actId="47"/>
        <pc:sldMkLst>
          <pc:docMk/>
          <pc:sldMk cId="2082249524" sldId="408"/>
        </pc:sldMkLst>
      </pc:sldChg>
      <pc:sldChg chg="modSp mod modAnim">
        <pc:chgData name="Dr. Nahid Sultana" userId="ff0ae4fb-5158-44ab-9438-4247c64d5f25" providerId="ADAL" clId="{C451A662-ED4E-41D3-942E-DEED18975275}" dt="2024-01-15T16:57:39.503" v="778"/>
        <pc:sldMkLst>
          <pc:docMk/>
          <pc:sldMk cId="4096950218" sldId="409"/>
        </pc:sldMkLst>
        <pc:spChg chg="mod">
          <ac:chgData name="Dr. Nahid Sultana" userId="ff0ae4fb-5158-44ab-9438-4247c64d5f25" providerId="ADAL" clId="{C451A662-ED4E-41D3-942E-DEED18975275}" dt="2024-01-15T16:57:00.555" v="773" actId="6549"/>
          <ac:spMkLst>
            <pc:docMk/>
            <pc:sldMk cId="4096950218" sldId="409"/>
            <ac:spMk id="10" creationId="{E0EF6AB6-1323-62BA-78AC-CE42FD841C5B}"/>
          </ac:spMkLst>
        </pc:spChg>
        <pc:grpChg chg="mod">
          <ac:chgData name="Dr. Nahid Sultana" userId="ff0ae4fb-5158-44ab-9438-4247c64d5f25" providerId="ADAL" clId="{C451A662-ED4E-41D3-942E-DEED18975275}" dt="2024-01-15T16:56:53.723" v="772" actId="1076"/>
          <ac:grpSpMkLst>
            <pc:docMk/>
            <pc:sldMk cId="4096950218" sldId="409"/>
            <ac:grpSpMk id="16" creationId="{1D772A87-9A74-D829-3D01-8C9272460496}"/>
          </ac:grpSpMkLst>
        </pc:grpChg>
        <pc:grpChg chg="mod">
          <ac:chgData name="Dr. Nahid Sultana" userId="ff0ae4fb-5158-44ab-9438-4247c64d5f25" providerId="ADAL" clId="{C451A662-ED4E-41D3-942E-DEED18975275}" dt="2024-01-15T16:57:13.909" v="774" actId="1076"/>
          <ac:grpSpMkLst>
            <pc:docMk/>
            <pc:sldMk cId="4096950218" sldId="409"/>
            <ac:grpSpMk id="18" creationId="{65E7A52B-2DD8-C744-ABF4-72D9E9183480}"/>
          </ac:grpSpMkLst>
        </pc:grpChg>
        <pc:picChg chg="mod">
          <ac:chgData name="Dr. Nahid Sultana" userId="ff0ae4fb-5158-44ab-9438-4247c64d5f25" providerId="ADAL" clId="{C451A662-ED4E-41D3-942E-DEED18975275}" dt="2024-01-15T16:57:18.828" v="775" actId="1076"/>
          <ac:picMkLst>
            <pc:docMk/>
            <pc:sldMk cId="4096950218" sldId="409"/>
            <ac:picMk id="5" creationId="{BB2CAD33-C4A2-B80C-BE7D-90A577C45F7D}"/>
          </ac:picMkLst>
        </pc:picChg>
        <pc:picChg chg="mod">
          <ac:chgData name="Dr. Nahid Sultana" userId="ff0ae4fb-5158-44ab-9438-4247c64d5f25" providerId="ADAL" clId="{C451A662-ED4E-41D3-942E-DEED18975275}" dt="2024-01-15T16:57:26.882" v="776" actId="1076"/>
          <ac:picMkLst>
            <pc:docMk/>
            <pc:sldMk cId="4096950218" sldId="409"/>
            <ac:picMk id="9" creationId="{FA17B4EC-2210-DE04-E235-0725536D3B30}"/>
          </ac:picMkLst>
        </pc:picChg>
      </pc:sldChg>
      <pc:sldMasterChg chg="modSp modSldLayout">
        <pc:chgData name="Dr. Nahid Sultana" userId="ff0ae4fb-5158-44ab-9438-4247c64d5f25" providerId="ADAL" clId="{C451A662-ED4E-41D3-942E-DEED18975275}" dt="2024-01-07T19:42:58.092" v="0"/>
        <pc:sldMasterMkLst>
          <pc:docMk/>
          <pc:sldMasterMk cId="3329786124" sldId="2147483672"/>
        </pc:sldMasterMkLst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asterMk cId="3329786124" sldId="2147483672"/>
            <ac:spMk id="3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asterMk cId="3329786124" sldId="2147483672"/>
            <ac:spMk id="7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asterMk cId="3329786124" sldId="2147483672"/>
            <ac:spMk id="8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asterMk cId="3329786124" sldId="2147483672"/>
            <ac:spMk id="9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asterMk cId="3329786124" sldId="2147483672"/>
            <ac:spMk id="14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asterMk cId="3329786124" sldId="2147483672"/>
            <ac:spMk id="23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asterMk cId="3329786124" sldId="2147483672"/>
            <ac:spMk id="1026" creationId="{00000000-0000-0000-0000-000000000000}"/>
          </ac:spMkLst>
        </pc:spChg>
        <pc:spChg chg="mod">
          <ac:chgData name="Dr. Nahid Sultana" userId="ff0ae4fb-5158-44ab-9438-4247c64d5f25" providerId="ADAL" clId="{C451A662-ED4E-41D3-942E-DEED18975275}" dt="2024-01-07T19:42:58.092" v="0"/>
          <ac:spMkLst>
            <pc:docMk/>
            <pc:sldMasterMk cId="3329786124" sldId="2147483672"/>
            <ac:spMk id="1027" creationId="{00000000-0000-0000-0000-000000000000}"/>
          </ac:spMkLst>
        </pc:sp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2941305676" sldId="2147483673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41305676" sldId="2147483673"/>
              <ac:spMk id="4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41305676" sldId="2147483673"/>
              <ac:spMk id="5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41305676" sldId="2147483673"/>
              <ac:spMk id="6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41305676" sldId="2147483673"/>
              <ac:spMk id="7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41305676" sldId="2147483673"/>
              <ac:spMk id="8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41305676" sldId="2147483673"/>
              <ac:spMk id="9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41305676" sldId="2147483673"/>
              <ac:spMk id="10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41305676" sldId="2147483673"/>
              <ac:spMk id="11" creationId="{00000000-0000-0000-0000-000000000000}"/>
            </ac:spMkLst>
          </pc:spChg>
        </pc:sldLayout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2360534279" sldId="2147483674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360534279" sldId="2147483674"/>
              <ac:spMk id="2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360534279" sldId="2147483674"/>
              <ac:spMk id="8" creationId="{00000000-0000-0000-0000-000000000000}"/>
            </ac:spMkLst>
          </pc:spChg>
        </pc:sldLayout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3309452374" sldId="2147483675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309452374" sldId="2147483675"/>
              <ac:spMk id="2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309452374" sldId="2147483675"/>
              <ac:spMk id="3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309452374" sldId="2147483675"/>
              <ac:spMk id="4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309452374" sldId="2147483675"/>
              <ac:spMk id="5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309452374" sldId="2147483675"/>
              <ac:spMk id="6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309452374" sldId="2147483675"/>
              <ac:spMk id="8" creationId="{00000000-0000-0000-0000-000000000000}"/>
            </ac:spMkLst>
          </pc:spChg>
        </pc:sldLayout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2988797650" sldId="2147483676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88797650" sldId="2147483676"/>
              <ac:spMk id="9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988797650" sldId="2147483676"/>
              <ac:spMk id="11" creationId="{00000000-0000-0000-0000-000000000000}"/>
            </ac:spMkLst>
          </pc:spChg>
        </pc:sldLayout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3580570506" sldId="2147483677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580570506" sldId="2147483677"/>
              <ac:spMk id="2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580570506" sldId="2147483677"/>
              <ac:spMk id="11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580570506" sldId="2147483677"/>
              <ac:spMk id="13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580570506" sldId="2147483677"/>
              <ac:spMk id="15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580570506" sldId="2147483677"/>
              <ac:spMk id="16" creationId="{00000000-0000-0000-0000-000000000000}"/>
            </ac:spMkLst>
          </pc:spChg>
        </pc:sldLayout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38086208" sldId="2147483679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38086208" sldId="2147483679"/>
              <ac:spMk id="4" creationId="{00000000-0000-0000-0000-000000000000}"/>
            </ac:spMkLst>
          </pc:spChg>
        </pc:sldLayout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678930078" sldId="2147483680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78930078" sldId="2147483680"/>
              <ac:spMk id="2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78930078" sldId="2147483680"/>
              <ac:spMk id="3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78930078" sldId="2147483680"/>
              <ac:spMk id="9" creationId="{00000000-0000-0000-0000-000000000000}"/>
            </ac:spMkLst>
          </pc:spChg>
        </pc:sldLayout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616659146" sldId="2147483681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2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3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4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5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6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7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8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9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10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616659146" sldId="2147483681"/>
              <ac:spMk id="11" creationId="{00000000-0000-0000-0000-000000000000}"/>
            </ac:spMkLst>
          </pc:spChg>
        </pc:sldLayoutChg>
        <pc:sldLayoutChg chg="modSp">
          <pc:chgData name="Dr. Nahid Sultana" userId="ff0ae4fb-5158-44ab-9438-4247c64d5f25" providerId="ADAL" clId="{C451A662-ED4E-41D3-942E-DEED18975275}" dt="2024-01-07T19:42:58.092" v="0"/>
          <pc:sldLayoutMkLst>
            <pc:docMk/>
            <pc:sldMasterMk cId="3329786124" sldId="2147483672"/>
            <pc:sldLayoutMk cId="2280343640" sldId="2147483683"/>
          </pc:sldLayoutMkLst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280343640" sldId="2147483683"/>
              <ac:spMk id="2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280343640" sldId="2147483683"/>
              <ac:spMk id="3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280343640" sldId="2147483683"/>
              <ac:spMk id="4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280343640" sldId="2147483683"/>
              <ac:spMk id="5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280343640" sldId="2147483683"/>
              <ac:spMk id="6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280343640" sldId="2147483683"/>
              <ac:spMk id="7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280343640" sldId="2147483683"/>
              <ac:spMk id="8" creationId="{00000000-0000-0000-0000-000000000000}"/>
            </ac:spMkLst>
          </pc:spChg>
          <pc:spChg chg="mod">
            <ac:chgData name="Dr. Nahid Sultana" userId="ff0ae4fb-5158-44ab-9438-4247c64d5f25" providerId="ADAL" clId="{C451A662-ED4E-41D3-942E-DEED18975275}" dt="2024-01-07T19:42:58.092" v="0"/>
            <ac:spMkLst>
              <pc:docMk/>
              <pc:sldMasterMk cId="3329786124" sldId="2147483672"/>
              <pc:sldLayoutMk cId="2280343640" sldId="2147483683"/>
              <ac:spMk id="9" creationId="{00000000-0000-0000-0000-000000000000}"/>
            </ac:spMkLst>
          </pc:spChg>
        </pc:sldLayoutChg>
      </pc:sldMasterChg>
    </pc:docChg>
  </pc:docChgLst>
  <pc:docChgLst>
    <pc:chgData name="Dr. Nahid Sultana" userId="ff0ae4fb-5158-44ab-9438-4247c64d5f25" providerId="ADAL" clId="{50CE87C8-5B88-458D-9282-182B7AAF6545}"/>
    <pc:docChg chg="custSel modSld">
      <pc:chgData name="Dr. Nahid Sultana" userId="ff0ae4fb-5158-44ab-9438-4247c64d5f25" providerId="ADAL" clId="{50CE87C8-5B88-458D-9282-182B7AAF6545}" dt="2023-03-19T06:20:15.781" v="106" actId="115"/>
      <pc:docMkLst>
        <pc:docMk/>
      </pc:docMkLst>
      <pc:sldChg chg="addSp modSp mod">
        <pc:chgData name="Dr. Nahid Sultana" userId="ff0ae4fb-5158-44ab-9438-4247c64d5f25" providerId="ADAL" clId="{50CE87C8-5B88-458D-9282-182B7AAF6545}" dt="2023-03-12T06:31:49.149" v="25" actId="208"/>
        <pc:sldMkLst>
          <pc:docMk/>
          <pc:sldMk cId="1693820147" sldId="349"/>
        </pc:sldMkLst>
        <pc:spChg chg="add mod">
          <ac:chgData name="Dr. Nahid Sultana" userId="ff0ae4fb-5158-44ab-9438-4247c64d5f25" providerId="ADAL" clId="{50CE87C8-5B88-458D-9282-182B7AAF6545}" dt="2023-03-12T06:31:49.149" v="25" actId="208"/>
          <ac:spMkLst>
            <pc:docMk/>
            <pc:sldMk cId="1693820147" sldId="349"/>
            <ac:spMk id="2" creationId="{4466E916-8DFD-6C3D-AE05-4FADB2333607}"/>
          </ac:spMkLst>
        </pc:spChg>
      </pc:sldChg>
      <pc:sldChg chg="modSp">
        <pc:chgData name="Dr. Nahid Sultana" userId="ff0ae4fb-5158-44ab-9438-4247c64d5f25" providerId="ADAL" clId="{50CE87C8-5B88-458D-9282-182B7AAF6545}" dt="2023-03-12T06:26:25.417" v="12" actId="115"/>
        <pc:sldMkLst>
          <pc:docMk/>
          <pc:sldMk cId="3621220226" sldId="350"/>
        </pc:sldMkLst>
        <pc:spChg chg="mod">
          <ac:chgData name="Dr. Nahid Sultana" userId="ff0ae4fb-5158-44ab-9438-4247c64d5f25" providerId="ADAL" clId="{50CE87C8-5B88-458D-9282-182B7AAF6545}" dt="2023-03-12T06:26:25.417" v="12" actId="115"/>
          <ac:spMkLst>
            <pc:docMk/>
            <pc:sldMk cId="3621220226" sldId="350"/>
            <ac:spMk id="7" creationId="{00000000-0000-0000-0000-000000000000}"/>
          </ac:spMkLst>
        </pc:spChg>
      </pc:sldChg>
      <pc:sldChg chg="delSp modSp mod delAnim modAnim">
        <pc:chgData name="Dr. Nahid Sultana" userId="ff0ae4fb-5158-44ab-9438-4247c64d5f25" providerId="ADAL" clId="{50CE87C8-5B88-458D-9282-182B7AAF6545}" dt="2023-03-16T04:53:53.839" v="85" actId="1076"/>
        <pc:sldMkLst>
          <pc:docMk/>
          <pc:sldMk cId="2212343311" sldId="351"/>
        </pc:sldMkLst>
        <pc:spChg chg="mod">
          <ac:chgData name="Dr. Nahid Sultana" userId="ff0ae4fb-5158-44ab-9438-4247c64d5f25" providerId="ADAL" clId="{50CE87C8-5B88-458D-9282-182B7AAF6545}" dt="2023-03-16T04:53:53.839" v="85" actId="1076"/>
          <ac:spMkLst>
            <pc:docMk/>
            <pc:sldMk cId="2212343311" sldId="351"/>
            <ac:spMk id="10" creationId="{750DFB2B-AE26-4AF4-9136-868D682C7EB6}"/>
          </ac:spMkLst>
        </pc:spChg>
        <pc:grpChg chg="del">
          <ac:chgData name="Dr. Nahid Sultana" userId="ff0ae4fb-5158-44ab-9438-4247c64d5f25" providerId="ADAL" clId="{50CE87C8-5B88-458D-9282-182B7AAF6545}" dt="2023-03-16T04:53:46.362" v="83" actId="478"/>
          <ac:grpSpMkLst>
            <pc:docMk/>
            <pc:sldMk cId="2212343311" sldId="351"/>
            <ac:grpSpMk id="3" creationId="{9EA0CDF7-871C-4425-8090-677859F39F88}"/>
          </ac:grpSpMkLst>
        </pc:grpChg>
        <pc:picChg chg="mod">
          <ac:chgData name="Dr. Nahid Sultana" userId="ff0ae4fb-5158-44ab-9438-4247c64d5f25" providerId="ADAL" clId="{50CE87C8-5B88-458D-9282-182B7AAF6545}" dt="2023-03-16T04:53:50.582" v="84" actId="1076"/>
          <ac:picMkLst>
            <pc:docMk/>
            <pc:sldMk cId="2212343311" sldId="351"/>
            <ac:picMk id="8" creationId="{00000000-0000-0000-0000-000000000000}"/>
          </ac:picMkLst>
        </pc:picChg>
      </pc:sldChg>
      <pc:sldChg chg="modSp mod">
        <pc:chgData name="Dr. Nahid Sultana" userId="ff0ae4fb-5158-44ab-9438-4247c64d5f25" providerId="ADAL" clId="{50CE87C8-5B88-458D-9282-182B7AAF6545}" dt="2023-03-12T06:49:17.030" v="26" actId="14100"/>
        <pc:sldMkLst>
          <pc:docMk/>
          <pc:sldMk cId="2945584762" sldId="353"/>
        </pc:sldMkLst>
        <pc:spChg chg="mod">
          <ac:chgData name="Dr. Nahid Sultana" userId="ff0ae4fb-5158-44ab-9438-4247c64d5f25" providerId="ADAL" clId="{50CE87C8-5B88-458D-9282-182B7AAF6545}" dt="2023-03-12T06:49:17.030" v="26" actId="14100"/>
          <ac:spMkLst>
            <pc:docMk/>
            <pc:sldMk cId="2945584762" sldId="353"/>
            <ac:spMk id="20" creationId="{57639B0C-F9D3-42E9-88DF-86CAF12EA13B}"/>
          </ac:spMkLst>
        </pc:spChg>
      </pc:sldChg>
      <pc:sldChg chg="modSp mod modAnim">
        <pc:chgData name="Dr. Nahid Sultana" userId="ff0ae4fb-5158-44ab-9438-4247c64d5f25" providerId="ADAL" clId="{50CE87C8-5B88-458D-9282-182B7AAF6545}" dt="2023-03-14T19:54:25.691" v="82" actId="1036"/>
        <pc:sldMkLst>
          <pc:docMk/>
          <pc:sldMk cId="2983422475" sldId="361"/>
        </pc:sldMkLst>
        <pc:spChg chg="mod">
          <ac:chgData name="Dr. Nahid Sultana" userId="ff0ae4fb-5158-44ab-9438-4247c64d5f25" providerId="ADAL" clId="{50CE87C8-5B88-458D-9282-182B7AAF6545}" dt="2023-03-14T19:54:25.691" v="82" actId="1036"/>
          <ac:spMkLst>
            <pc:docMk/>
            <pc:sldMk cId="2983422475" sldId="361"/>
            <ac:spMk id="3" creationId="{00000000-0000-0000-0000-000000000000}"/>
          </ac:spMkLst>
        </pc:spChg>
        <pc:spChg chg="mod">
          <ac:chgData name="Dr. Nahid Sultana" userId="ff0ae4fb-5158-44ab-9438-4247c64d5f25" providerId="ADAL" clId="{50CE87C8-5B88-458D-9282-182B7AAF6545}" dt="2023-03-14T19:53:26.449" v="65" actId="1038"/>
          <ac:spMkLst>
            <pc:docMk/>
            <pc:sldMk cId="2983422475" sldId="361"/>
            <ac:spMk id="4" creationId="{00000000-0000-0000-0000-000000000000}"/>
          </ac:spMkLst>
        </pc:spChg>
        <pc:spChg chg="mod">
          <ac:chgData name="Dr. Nahid Sultana" userId="ff0ae4fb-5158-44ab-9438-4247c64d5f25" providerId="ADAL" clId="{50CE87C8-5B88-458D-9282-182B7AAF6545}" dt="2023-03-14T19:53:26.449" v="65" actId="1038"/>
          <ac:spMkLst>
            <pc:docMk/>
            <pc:sldMk cId="2983422475" sldId="361"/>
            <ac:spMk id="5" creationId="{00000000-0000-0000-0000-000000000000}"/>
          </ac:spMkLst>
        </pc:spChg>
        <pc:spChg chg="mod">
          <ac:chgData name="Dr. Nahid Sultana" userId="ff0ae4fb-5158-44ab-9438-4247c64d5f25" providerId="ADAL" clId="{50CE87C8-5B88-458D-9282-182B7AAF6545}" dt="2023-03-14T19:53:13.124" v="44" actId="1036"/>
          <ac:spMkLst>
            <pc:docMk/>
            <pc:sldMk cId="2983422475" sldId="361"/>
            <ac:spMk id="7" creationId="{00000000-0000-0000-0000-000000000000}"/>
          </ac:spMkLst>
        </pc:spChg>
        <pc:spChg chg="mod">
          <ac:chgData name="Dr. Nahid Sultana" userId="ff0ae4fb-5158-44ab-9438-4247c64d5f25" providerId="ADAL" clId="{50CE87C8-5B88-458D-9282-182B7AAF6545}" dt="2023-03-14T19:53:13.124" v="44" actId="1036"/>
          <ac:spMkLst>
            <pc:docMk/>
            <pc:sldMk cId="2983422475" sldId="361"/>
            <ac:spMk id="8" creationId="{00000000-0000-0000-0000-000000000000}"/>
          </ac:spMkLst>
        </pc:spChg>
        <pc:spChg chg="mod">
          <ac:chgData name="Dr. Nahid Sultana" userId="ff0ae4fb-5158-44ab-9438-4247c64d5f25" providerId="ADAL" clId="{50CE87C8-5B88-458D-9282-182B7AAF6545}" dt="2023-03-14T19:53:13.124" v="44" actId="1036"/>
          <ac:spMkLst>
            <pc:docMk/>
            <pc:sldMk cId="2983422475" sldId="361"/>
            <ac:spMk id="9" creationId="{00000000-0000-0000-0000-000000000000}"/>
          </ac:spMkLst>
        </pc:spChg>
        <pc:spChg chg="mod">
          <ac:chgData name="Dr. Nahid Sultana" userId="ff0ae4fb-5158-44ab-9438-4247c64d5f25" providerId="ADAL" clId="{50CE87C8-5B88-458D-9282-182B7AAF6545}" dt="2023-03-14T19:53:34.334" v="74" actId="14100"/>
          <ac:spMkLst>
            <pc:docMk/>
            <pc:sldMk cId="2983422475" sldId="361"/>
            <ac:spMk id="10" creationId="{00000000-0000-0000-0000-000000000000}"/>
          </ac:spMkLst>
        </pc:spChg>
      </pc:sldChg>
      <pc:sldChg chg="modSp mod">
        <pc:chgData name="Dr. Nahid Sultana" userId="ff0ae4fb-5158-44ab-9438-4247c64d5f25" providerId="ADAL" clId="{50CE87C8-5B88-458D-9282-182B7AAF6545}" dt="2023-03-19T06:16:48.760" v="93" actId="113"/>
        <pc:sldMkLst>
          <pc:docMk/>
          <pc:sldMk cId="1839345068" sldId="366"/>
        </pc:sldMkLst>
        <pc:spChg chg="mod">
          <ac:chgData name="Dr. Nahid Sultana" userId="ff0ae4fb-5158-44ab-9438-4247c64d5f25" providerId="ADAL" clId="{50CE87C8-5B88-458D-9282-182B7AAF6545}" dt="2023-03-19T06:16:13.801" v="88" actId="115"/>
          <ac:spMkLst>
            <pc:docMk/>
            <pc:sldMk cId="1839345068" sldId="366"/>
            <ac:spMk id="8" creationId="{00000000-0000-0000-0000-000000000000}"/>
          </ac:spMkLst>
        </pc:spChg>
        <pc:spChg chg="mod">
          <ac:chgData name="Dr. Nahid Sultana" userId="ff0ae4fb-5158-44ab-9438-4247c64d5f25" providerId="ADAL" clId="{50CE87C8-5B88-458D-9282-182B7AAF6545}" dt="2023-03-19T06:16:48.760" v="93" actId="113"/>
          <ac:spMkLst>
            <pc:docMk/>
            <pc:sldMk cId="1839345068" sldId="366"/>
            <ac:spMk id="16" creationId="{00000000-0000-0000-0000-000000000000}"/>
          </ac:spMkLst>
        </pc:spChg>
      </pc:sldChg>
      <pc:sldChg chg="modSp">
        <pc:chgData name="Dr. Nahid Sultana" userId="ff0ae4fb-5158-44ab-9438-4247c64d5f25" providerId="ADAL" clId="{50CE87C8-5B88-458D-9282-182B7AAF6545}" dt="2023-03-19T06:18:01.735" v="100" actId="113"/>
        <pc:sldMkLst>
          <pc:docMk/>
          <pc:sldMk cId="1998560490" sldId="367"/>
        </pc:sldMkLst>
        <pc:spChg chg="mod">
          <ac:chgData name="Dr. Nahid Sultana" userId="ff0ae4fb-5158-44ab-9438-4247c64d5f25" providerId="ADAL" clId="{50CE87C8-5B88-458D-9282-182B7AAF6545}" dt="2023-03-19T06:18:01.735" v="100" actId="113"/>
          <ac:spMkLst>
            <pc:docMk/>
            <pc:sldMk cId="1998560490" sldId="367"/>
            <ac:spMk id="18" creationId="{00000000-0000-0000-0000-000000000000}"/>
          </ac:spMkLst>
        </pc:spChg>
      </pc:sldChg>
      <pc:sldChg chg="modSp">
        <pc:chgData name="Dr. Nahid Sultana" userId="ff0ae4fb-5158-44ab-9438-4247c64d5f25" providerId="ADAL" clId="{50CE87C8-5B88-458D-9282-182B7AAF6545}" dt="2023-03-19T06:19:03.759" v="102" actId="115"/>
        <pc:sldMkLst>
          <pc:docMk/>
          <pc:sldMk cId="2922238536" sldId="369"/>
        </pc:sldMkLst>
        <pc:spChg chg="mod">
          <ac:chgData name="Dr. Nahid Sultana" userId="ff0ae4fb-5158-44ab-9438-4247c64d5f25" providerId="ADAL" clId="{50CE87C8-5B88-458D-9282-182B7AAF6545}" dt="2023-03-19T06:19:03.759" v="102" actId="115"/>
          <ac:spMkLst>
            <pc:docMk/>
            <pc:sldMk cId="2922238536" sldId="369"/>
            <ac:spMk id="3" creationId="{00000000-0000-0000-0000-000000000000}"/>
          </ac:spMkLst>
        </pc:spChg>
      </pc:sldChg>
      <pc:sldChg chg="modSp mod">
        <pc:chgData name="Dr. Nahid Sultana" userId="ff0ae4fb-5158-44ab-9438-4247c64d5f25" providerId="ADAL" clId="{50CE87C8-5B88-458D-9282-182B7AAF6545}" dt="2023-03-19T06:20:15.781" v="106" actId="115"/>
        <pc:sldMkLst>
          <pc:docMk/>
          <pc:sldMk cId="2852693307" sldId="370"/>
        </pc:sldMkLst>
        <pc:spChg chg="mod">
          <ac:chgData name="Dr. Nahid Sultana" userId="ff0ae4fb-5158-44ab-9438-4247c64d5f25" providerId="ADAL" clId="{50CE87C8-5B88-458D-9282-182B7AAF6545}" dt="2023-03-19T06:19:45.441" v="103" actId="207"/>
          <ac:spMkLst>
            <pc:docMk/>
            <pc:sldMk cId="2852693307" sldId="370"/>
            <ac:spMk id="10" creationId="{00000000-0000-0000-0000-000000000000}"/>
          </ac:spMkLst>
        </pc:spChg>
        <pc:spChg chg="mod">
          <ac:chgData name="Dr. Nahid Sultana" userId="ff0ae4fb-5158-44ab-9438-4247c64d5f25" providerId="ADAL" clId="{50CE87C8-5B88-458D-9282-182B7AAF6545}" dt="2023-03-19T06:20:15.781" v="106" actId="115"/>
          <ac:spMkLst>
            <pc:docMk/>
            <pc:sldMk cId="2852693307" sldId="370"/>
            <ac:spMk id="15" creationId="{00000000-0000-0000-0000-000000000000}"/>
          </ac:spMkLst>
        </pc:spChg>
      </pc:sldChg>
    </pc:docChg>
  </pc:docChgLst>
  <pc:docChgLst>
    <pc:chgData name="Dr. Nahid Sultana" userId="ff0ae4fb-5158-44ab-9438-4247c64d5f25" providerId="ADAL" clId="{644F2A61-FB8F-4146-A673-77A285F28DEC}"/>
    <pc:docChg chg="undo custSel addSld modSld">
      <pc:chgData name="Dr. Nahid Sultana" userId="ff0ae4fb-5158-44ab-9438-4247c64d5f25" providerId="ADAL" clId="{644F2A61-FB8F-4146-A673-77A285F28DEC}" dt="2024-01-16T07:52:22.303" v="1113" actId="1037"/>
      <pc:docMkLst>
        <pc:docMk/>
      </pc:docMkLst>
      <pc:sldChg chg="modSp mod">
        <pc:chgData name="Dr. Nahid Sultana" userId="ff0ae4fb-5158-44ab-9438-4247c64d5f25" providerId="ADAL" clId="{644F2A61-FB8F-4146-A673-77A285F28DEC}" dt="2024-01-14T08:54:10.432" v="0" actId="207"/>
        <pc:sldMkLst>
          <pc:docMk/>
          <pc:sldMk cId="383941139" sldId="355"/>
        </pc:sldMkLst>
        <pc:spChg chg="mod">
          <ac:chgData name="Dr. Nahid Sultana" userId="ff0ae4fb-5158-44ab-9438-4247c64d5f25" providerId="ADAL" clId="{644F2A61-FB8F-4146-A673-77A285F28DEC}" dt="2024-01-14T08:54:10.432" v="0" actId="207"/>
          <ac:spMkLst>
            <pc:docMk/>
            <pc:sldMk cId="383941139" sldId="355"/>
            <ac:spMk id="2" creationId="{00000000-0000-0000-0000-000000000000}"/>
          </ac:spMkLst>
        </pc:spChg>
      </pc:sldChg>
      <pc:sldChg chg="modSp mod">
        <pc:chgData name="Dr. Nahid Sultana" userId="ff0ae4fb-5158-44ab-9438-4247c64d5f25" providerId="ADAL" clId="{644F2A61-FB8F-4146-A673-77A285F28DEC}" dt="2024-01-14T08:54:25.289" v="1" actId="14100"/>
        <pc:sldMkLst>
          <pc:docMk/>
          <pc:sldMk cId="4111440091" sldId="358"/>
        </pc:sldMkLst>
        <pc:spChg chg="mod">
          <ac:chgData name="Dr. Nahid Sultana" userId="ff0ae4fb-5158-44ab-9438-4247c64d5f25" providerId="ADAL" clId="{644F2A61-FB8F-4146-A673-77A285F28DEC}" dt="2024-01-14T08:54:25.289" v="1" actId="14100"/>
          <ac:spMkLst>
            <pc:docMk/>
            <pc:sldMk cId="4111440091" sldId="358"/>
            <ac:spMk id="16" creationId="{985DBD2A-8BBF-4B3B-8242-652BCB3EF79F}"/>
          </ac:spMkLst>
        </pc:spChg>
      </pc:sldChg>
      <pc:sldChg chg="addSp delSp modSp mod delAnim modAnim">
        <pc:chgData name="Dr. Nahid Sultana" userId="ff0ae4fb-5158-44ab-9438-4247c64d5f25" providerId="ADAL" clId="{644F2A61-FB8F-4146-A673-77A285F28DEC}" dt="2024-01-16T06:44:53.219" v="650" actId="20577"/>
        <pc:sldMkLst>
          <pc:docMk/>
          <pc:sldMk cId="2151588849" sldId="362"/>
        </pc:sldMkLst>
        <pc:spChg chg="add mod">
          <ac:chgData name="Dr. Nahid Sultana" userId="ff0ae4fb-5158-44ab-9438-4247c64d5f25" providerId="ADAL" clId="{644F2A61-FB8F-4146-A673-77A285F28DEC}" dt="2024-01-16T06:44:53.219" v="650" actId="20577"/>
          <ac:spMkLst>
            <pc:docMk/>
            <pc:sldMk cId="2151588849" sldId="362"/>
            <ac:spMk id="3" creationId="{9E98744B-3D9E-4861-C5E8-5FD3D31C29F5}"/>
          </ac:spMkLst>
        </pc:spChg>
        <pc:spChg chg="del mod">
          <ac:chgData name="Dr. Nahid Sultana" userId="ff0ae4fb-5158-44ab-9438-4247c64d5f25" providerId="ADAL" clId="{644F2A61-FB8F-4146-A673-77A285F28DEC}" dt="2024-01-16T05:54:37.625" v="415"/>
          <ac:spMkLst>
            <pc:docMk/>
            <pc:sldMk cId="2151588849" sldId="362"/>
            <ac:spMk id="7" creationId="{00000000-0000-0000-0000-000000000000}"/>
          </ac:spMkLst>
        </pc:spChg>
        <pc:spChg chg="del mod">
          <ac:chgData name="Dr. Nahid Sultana" userId="ff0ae4fb-5158-44ab-9438-4247c64d5f25" providerId="ADAL" clId="{644F2A61-FB8F-4146-A673-77A285F28DEC}" dt="2024-01-16T05:54:37.625" v="413" actId="478"/>
          <ac:spMkLst>
            <pc:docMk/>
            <pc:sldMk cId="2151588849" sldId="362"/>
            <ac:spMk id="8" creationId="{00000000-0000-0000-0000-000000000000}"/>
          </ac:spMkLst>
        </pc:spChg>
      </pc:sldChg>
      <pc:sldChg chg="addSp delSp modSp mod modAnim">
        <pc:chgData name="Dr. Nahid Sultana" userId="ff0ae4fb-5158-44ab-9438-4247c64d5f25" providerId="ADAL" clId="{644F2A61-FB8F-4146-A673-77A285F28DEC}" dt="2024-01-16T07:49:10.262" v="1104"/>
        <pc:sldMkLst>
          <pc:docMk/>
          <pc:sldMk cId="1727103156" sldId="363"/>
        </pc:sldMkLst>
        <pc:spChg chg="add del mod">
          <ac:chgData name="Dr. Nahid Sultana" userId="ff0ae4fb-5158-44ab-9438-4247c64d5f25" providerId="ADAL" clId="{644F2A61-FB8F-4146-A673-77A285F28DEC}" dt="2024-01-16T07:47:19.688" v="1089"/>
          <ac:spMkLst>
            <pc:docMk/>
            <pc:sldMk cId="1727103156" sldId="363"/>
            <ac:spMk id="7" creationId="{682339CC-3162-EE56-CBA8-B9DEEB4394FD}"/>
          </ac:spMkLst>
        </pc:spChg>
        <pc:spChg chg="mod">
          <ac:chgData name="Dr. Nahid Sultana" userId="ff0ae4fb-5158-44ab-9438-4247c64d5f25" providerId="ADAL" clId="{644F2A61-FB8F-4146-A673-77A285F28DEC}" dt="2024-01-16T07:43:33.974" v="1036" actId="1035"/>
          <ac:spMkLst>
            <pc:docMk/>
            <pc:sldMk cId="1727103156" sldId="363"/>
            <ac:spMk id="9" creationId="{00000000-0000-0000-0000-000000000000}"/>
          </ac:spMkLst>
        </pc:spChg>
        <pc:spChg chg="mod">
          <ac:chgData name="Dr. Nahid Sultana" userId="ff0ae4fb-5158-44ab-9438-4247c64d5f25" providerId="ADAL" clId="{644F2A61-FB8F-4146-A673-77A285F28DEC}" dt="2024-01-16T07:48:16.643" v="1097" actId="207"/>
          <ac:spMkLst>
            <pc:docMk/>
            <pc:sldMk cId="1727103156" sldId="363"/>
            <ac:spMk id="10" creationId="{00000000-0000-0000-0000-000000000000}"/>
          </ac:spMkLst>
        </pc:spChg>
        <pc:spChg chg="add mod">
          <ac:chgData name="Dr. Nahid Sultana" userId="ff0ae4fb-5158-44ab-9438-4247c64d5f25" providerId="ADAL" clId="{644F2A61-FB8F-4146-A673-77A285F28DEC}" dt="2024-01-16T07:48:27.324" v="1098" actId="948"/>
          <ac:spMkLst>
            <pc:docMk/>
            <pc:sldMk cId="1727103156" sldId="363"/>
            <ac:spMk id="13" creationId="{594342AC-66BC-1AC7-BEA4-C5E465A078DE}"/>
          </ac:spMkLst>
        </pc:spChg>
        <pc:grpChg chg="add mod">
          <ac:chgData name="Dr. Nahid Sultana" userId="ff0ae4fb-5158-44ab-9438-4247c64d5f25" providerId="ADAL" clId="{644F2A61-FB8F-4146-A673-77A285F28DEC}" dt="2024-01-16T07:47:42.430" v="1094" actId="1036"/>
          <ac:grpSpMkLst>
            <pc:docMk/>
            <pc:sldMk cId="1727103156" sldId="363"/>
            <ac:grpSpMk id="11" creationId="{6710DFE0-9B2D-6143-F0B9-053D34289227}"/>
          </ac:grpSpMkLst>
        </pc:grpChg>
        <pc:picChg chg="mod">
          <ac:chgData name="Dr. Nahid Sultana" userId="ff0ae4fb-5158-44ab-9438-4247c64d5f25" providerId="ADAL" clId="{644F2A61-FB8F-4146-A673-77A285F28DEC}" dt="2024-01-16T07:42:31.145" v="1019" actId="164"/>
          <ac:picMkLst>
            <pc:docMk/>
            <pc:sldMk cId="1727103156" sldId="363"/>
            <ac:picMk id="3" creationId="{00000000-0000-0000-0000-000000000000}"/>
          </ac:picMkLst>
        </pc:picChg>
        <pc:picChg chg="add mod">
          <ac:chgData name="Dr. Nahid Sultana" userId="ff0ae4fb-5158-44ab-9438-4247c64d5f25" providerId="ADAL" clId="{644F2A61-FB8F-4146-A673-77A285F28DEC}" dt="2024-01-16T07:45:03.706" v="1047" actId="14100"/>
          <ac:picMkLst>
            <pc:docMk/>
            <pc:sldMk cId="1727103156" sldId="363"/>
            <ac:picMk id="8" creationId="{F5D2EED1-8CDB-2347-5AA6-F7F74E60EAFC}"/>
          </ac:picMkLst>
        </pc:picChg>
      </pc:sldChg>
      <pc:sldChg chg="delSp modSp mod delAnim">
        <pc:chgData name="Dr. Nahid Sultana" userId="ff0ae4fb-5158-44ab-9438-4247c64d5f25" providerId="ADAL" clId="{644F2A61-FB8F-4146-A673-77A285F28DEC}" dt="2024-01-16T07:52:22.303" v="1113" actId="1037"/>
        <pc:sldMkLst>
          <pc:docMk/>
          <pc:sldMk cId="2852693307" sldId="370"/>
        </pc:sldMkLst>
        <pc:spChg chg="mod">
          <ac:chgData name="Dr. Nahid Sultana" userId="ff0ae4fb-5158-44ab-9438-4247c64d5f25" providerId="ADAL" clId="{644F2A61-FB8F-4146-A673-77A285F28DEC}" dt="2024-01-16T07:52:13.331" v="1109" actId="2710"/>
          <ac:spMkLst>
            <pc:docMk/>
            <pc:sldMk cId="2852693307" sldId="370"/>
            <ac:spMk id="10" creationId="{00000000-0000-0000-0000-000000000000}"/>
          </ac:spMkLst>
        </pc:spChg>
        <pc:spChg chg="del">
          <ac:chgData name="Dr. Nahid Sultana" userId="ff0ae4fb-5158-44ab-9438-4247c64d5f25" providerId="ADAL" clId="{644F2A61-FB8F-4146-A673-77A285F28DEC}" dt="2024-01-16T07:52:03.477" v="1106" actId="478"/>
          <ac:spMkLst>
            <pc:docMk/>
            <pc:sldMk cId="2852693307" sldId="370"/>
            <ac:spMk id="14" creationId="{00000000-0000-0000-0000-000000000000}"/>
          </ac:spMkLst>
        </pc:spChg>
        <pc:picChg chg="mod">
          <ac:chgData name="Dr. Nahid Sultana" userId="ff0ae4fb-5158-44ab-9438-4247c64d5f25" providerId="ADAL" clId="{644F2A61-FB8F-4146-A673-77A285F28DEC}" dt="2024-01-16T07:52:22.303" v="1113" actId="1037"/>
          <ac:picMkLst>
            <pc:docMk/>
            <pc:sldMk cId="2852693307" sldId="370"/>
            <ac:picMk id="11" creationId="{00000000-0000-0000-0000-000000000000}"/>
          </ac:picMkLst>
        </pc:picChg>
        <pc:picChg chg="mod">
          <ac:chgData name="Dr. Nahid Sultana" userId="ff0ae4fb-5158-44ab-9438-4247c64d5f25" providerId="ADAL" clId="{644F2A61-FB8F-4146-A673-77A285F28DEC}" dt="2024-01-16T07:52:07.899" v="1108" actId="1076"/>
          <ac:picMkLst>
            <pc:docMk/>
            <pc:sldMk cId="2852693307" sldId="370"/>
            <ac:picMk id="12" creationId="{00000000-0000-0000-0000-000000000000}"/>
          </ac:picMkLst>
        </pc:picChg>
        <pc:picChg chg="del">
          <ac:chgData name="Dr. Nahid Sultana" userId="ff0ae4fb-5158-44ab-9438-4247c64d5f25" providerId="ADAL" clId="{644F2A61-FB8F-4146-A673-77A285F28DEC}" dt="2024-01-16T07:51:59.652" v="1105" actId="478"/>
          <ac:picMkLst>
            <pc:docMk/>
            <pc:sldMk cId="2852693307" sldId="370"/>
            <ac:picMk id="13" creationId="{00000000-0000-0000-0000-000000000000}"/>
          </ac:picMkLst>
        </pc:picChg>
      </pc:sldChg>
      <pc:sldChg chg="addSp delSp modSp new mod">
        <pc:chgData name="Dr. Nahid Sultana" userId="ff0ae4fb-5158-44ab-9438-4247c64d5f25" providerId="ADAL" clId="{644F2A61-FB8F-4146-A673-77A285F28DEC}" dt="2024-01-14T10:56:24.770" v="283" actId="1076"/>
        <pc:sldMkLst>
          <pc:docMk/>
          <pc:sldMk cId="929222269" sldId="408"/>
        </pc:sldMkLst>
        <pc:spChg chg="del">
          <ac:chgData name="Dr. Nahid Sultana" userId="ff0ae4fb-5158-44ab-9438-4247c64d5f25" providerId="ADAL" clId="{644F2A61-FB8F-4146-A673-77A285F28DEC}" dt="2024-01-14T10:22:30.007" v="8"/>
          <ac:spMkLst>
            <pc:docMk/>
            <pc:sldMk cId="929222269" sldId="408"/>
            <ac:spMk id="2" creationId="{CDB9BC61-80E5-35FE-1CD9-ED18A11C45ED}"/>
          </ac:spMkLst>
        </pc:spChg>
        <pc:spChg chg="del mod">
          <ac:chgData name="Dr. Nahid Sultana" userId="ff0ae4fb-5158-44ab-9438-4247c64d5f25" providerId="ADAL" clId="{644F2A61-FB8F-4146-A673-77A285F28DEC}" dt="2024-01-14T10:22:07.580" v="5" actId="478"/>
          <ac:spMkLst>
            <pc:docMk/>
            <pc:sldMk cId="929222269" sldId="408"/>
            <ac:spMk id="3" creationId="{D6AA4E9F-E8ED-D542-C3E7-4FF38D40B11F}"/>
          </ac:spMkLst>
        </pc:spChg>
        <pc:spChg chg="add mod">
          <ac:chgData name="Dr. Nahid Sultana" userId="ff0ae4fb-5158-44ab-9438-4247c64d5f25" providerId="ADAL" clId="{644F2A61-FB8F-4146-A673-77A285F28DEC}" dt="2024-01-14T10:55:46.063" v="272" actId="1076"/>
          <ac:spMkLst>
            <pc:docMk/>
            <pc:sldMk cId="929222269" sldId="408"/>
            <ac:spMk id="6" creationId="{8708A688-9B72-E01A-8262-2C33C92F5BE4}"/>
          </ac:spMkLst>
        </pc:spChg>
        <pc:spChg chg="add mod">
          <ac:chgData name="Dr. Nahid Sultana" userId="ff0ae4fb-5158-44ab-9438-4247c64d5f25" providerId="ADAL" clId="{644F2A61-FB8F-4146-A673-77A285F28DEC}" dt="2024-01-14T10:56:11.993" v="279" actId="1076"/>
          <ac:spMkLst>
            <pc:docMk/>
            <pc:sldMk cId="929222269" sldId="408"/>
            <ac:spMk id="10" creationId="{4A261051-0C9E-85DA-9461-23BB26A3BDDE}"/>
          </ac:spMkLst>
        </pc:spChg>
        <pc:spChg chg="add del mod">
          <ac:chgData name="Dr. Nahid Sultana" userId="ff0ae4fb-5158-44ab-9438-4247c64d5f25" providerId="ADAL" clId="{644F2A61-FB8F-4146-A673-77A285F28DEC}" dt="2024-01-14T10:52:34.858" v="256" actId="21"/>
          <ac:spMkLst>
            <pc:docMk/>
            <pc:sldMk cId="929222269" sldId="408"/>
            <ac:spMk id="16" creationId="{C9F9CF66-36B4-1E33-5EB4-3BACB339A53D}"/>
          </ac:spMkLst>
        </pc:spChg>
        <pc:grpChg chg="add del mod">
          <ac:chgData name="Dr. Nahid Sultana" userId="ff0ae4fb-5158-44ab-9438-4247c64d5f25" providerId="ADAL" clId="{644F2A61-FB8F-4146-A673-77A285F28DEC}" dt="2024-01-14T10:42:52.527" v="130" actId="21"/>
          <ac:grpSpMkLst>
            <pc:docMk/>
            <pc:sldMk cId="929222269" sldId="408"/>
            <ac:grpSpMk id="15" creationId="{1230CA42-7748-4533-A4DD-485E37B78F03}"/>
          </ac:grpSpMkLst>
        </pc:grpChg>
        <pc:graphicFrameChg chg="add del mod replId">
          <ac:chgData name="Dr. Nahid Sultana" userId="ff0ae4fb-5158-44ab-9438-4247c64d5f25" providerId="ADAL" clId="{644F2A61-FB8F-4146-A673-77A285F28DEC}" dt="2024-01-14T10:51:46.106" v="230"/>
          <ac:graphicFrameMkLst>
            <pc:docMk/>
            <pc:sldMk cId="929222269" sldId="408"/>
            <ac:graphicFrameMk id="17" creationId="{C9F9CF66-36B4-1E33-5EB4-3BACB339A53D}"/>
          </ac:graphicFrameMkLst>
        </pc:graphicFrameChg>
        <pc:picChg chg="add mod">
          <ac:chgData name="Dr. Nahid Sultana" userId="ff0ae4fb-5158-44ab-9438-4247c64d5f25" providerId="ADAL" clId="{644F2A61-FB8F-4146-A673-77A285F28DEC}" dt="2024-01-14T10:56:21.531" v="282" actId="1076"/>
          <ac:picMkLst>
            <pc:docMk/>
            <pc:sldMk cId="929222269" sldId="408"/>
            <ac:picMk id="5" creationId="{016DE142-7F24-F500-7CAB-C6EB2705D06F}"/>
          </ac:picMkLst>
        </pc:picChg>
        <pc:picChg chg="add mod">
          <ac:chgData name="Dr. Nahid Sultana" userId="ff0ae4fb-5158-44ab-9438-4247c64d5f25" providerId="ADAL" clId="{644F2A61-FB8F-4146-A673-77A285F28DEC}" dt="2024-01-14T10:56:24.770" v="283" actId="1076"/>
          <ac:picMkLst>
            <pc:docMk/>
            <pc:sldMk cId="929222269" sldId="408"/>
            <ac:picMk id="8" creationId="{9907AEB5-37EE-79B4-2212-1BB97CB09703}"/>
          </ac:picMkLst>
        </pc:picChg>
        <pc:picChg chg="add mod modCrop">
          <ac:chgData name="Dr. Nahid Sultana" userId="ff0ae4fb-5158-44ab-9438-4247c64d5f25" providerId="ADAL" clId="{644F2A61-FB8F-4146-A673-77A285F28DEC}" dt="2024-01-14T10:40:43.046" v="98" actId="164"/>
          <ac:picMkLst>
            <pc:docMk/>
            <pc:sldMk cId="929222269" sldId="408"/>
            <ac:picMk id="12" creationId="{E526218B-270A-9C87-299C-0621A2CBED43}"/>
          </ac:picMkLst>
        </pc:picChg>
        <pc:picChg chg="add mod modCrop">
          <ac:chgData name="Dr. Nahid Sultana" userId="ff0ae4fb-5158-44ab-9438-4247c64d5f25" providerId="ADAL" clId="{644F2A61-FB8F-4146-A673-77A285F28DEC}" dt="2024-01-14T10:40:43.046" v="98" actId="164"/>
          <ac:picMkLst>
            <pc:docMk/>
            <pc:sldMk cId="929222269" sldId="408"/>
            <ac:picMk id="14" creationId="{000A8375-C60B-B243-4921-5850F5BE515F}"/>
          </ac:picMkLst>
        </pc:picChg>
      </pc:sldChg>
      <pc:sldChg chg="addSp delSp modSp new mod">
        <pc:chgData name="Dr. Nahid Sultana" userId="ff0ae4fb-5158-44ab-9438-4247c64d5f25" providerId="ADAL" clId="{644F2A61-FB8F-4146-A673-77A285F28DEC}" dt="2024-01-14T10:53:33.243" v="266" actId="207"/>
        <pc:sldMkLst>
          <pc:docMk/>
          <pc:sldMk cId="4096950218" sldId="409"/>
        </pc:sldMkLst>
        <pc:spChg chg="del">
          <ac:chgData name="Dr. Nahid Sultana" userId="ff0ae4fb-5158-44ab-9438-4247c64d5f25" providerId="ADAL" clId="{644F2A61-FB8F-4146-A673-77A285F28DEC}" dt="2024-01-14T10:42:11.109" v="104" actId="478"/>
          <ac:spMkLst>
            <pc:docMk/>
            <pc:sldMk cId="4096950218" sldId="409"/>
            <ac:spMk id="3" creationId="{320A22B8-0CFD-AF0A-4FDF-CF72C6DA6098}"/>
          </ac:spMkLst>
        </pc:spChg>
        <pc:spChg chg="mod">
          <ac:chgData name="Dr. Nahid Sultana" userId="ff0ae4fb-5158-44ab-9438-4247c64d5f25" providerId="ADAL" clId="{644F2A61-FB8F-4146-A673-77A285F28DEC}" dt="2024-01-14T10:42:11.196" v="105" actId="27636"/>
          <ac:spMkLst>
            <pc:docMk/>
            <pc:sldMk cId="4096950218" sldId="409"/>
            <ac:spMk id="4" creationId="{083B1BF2-DA42-0790-A5E2-2B1B8FED8264}"/>
          </ac:spMkLst>
        </pc:spChg>
        <pc:spChg chg="add mod">
          <ac:chgData name="Dr. Nahid Sultana" userId="ff0ae4fb-5158-44ab-9438-4247c64d5f25" providerId="ADAL" clId="{644F2A61-FB8F-4146-A673-77A285F28DEC}" dt="2024-01-14T10:50:32.822" v="227" actId="164"/>
          <ac:spMkLst>
            <pc:docMk/>
            <pc:sldMk cId="4096950218" sldId="409"/>
            <ac:spMk id="10" creationId="{E0EF6AB6-1323-62BA-78AC-CE42FD841C5B}"/>
          </ac:spMkLst>
        </pc:spChg>
        <pc:spChg chg="add mod">
          <ac:chgData name="Dr. Nahid Sultana" userId="ff0ae4fb-5158-44ab-9438-4247c64d5f25" providerId="ADAL" clId="{644F2A61-FB8F-4146-A673-77A285F28DEC}" dt="2024-01-14T10:53:33.243" v="266" actId="207"/>
          <ac:spMkLst>
            <pc:docMk/>
            <pc:sldMk cId="4096950218" sldId="409"/>
            <ac:spMk id="13" creationId="{5999038B-99BC-7667-DE34-06DE90D1DDC4}"/>
          </ac:spMkLst>
        </pc:spChg>
        <pc:spChg chg="add mod">
          <ac:chgData name="Dr. Nahid Sultana" userId="ff0ae4fb-5158-44ab-9438-4247c64d5f25" providerId="ADAL" clId="{644F2A61-FB8F-4146-A673-77A285F28DEC}" dt="2024-01-14T10:53:09.724" v="264" actId="164"/>
          <ac:spMkLst>
            <pc:docMk/>
            <pc:sldMk cId="4096950218" sldId="409"/>
            <ac:spMk id="17" creationId="{D85CCDCA-74BA-A17D-C2A0-547EF00BFCAD}"/>
          </ac:spMkLst>
        </pc:spChg>
        <pc:grpChg chg="add del mod">
          <ac:chgData name="Dr. Nahid Sultana" userId="ff0ae4fb-5158-44ab-9438-4247c64d5f25" providerId="ADAL" clId="{644F2A61-FB8F-4146-A673-77A285F28DEC}" dt="2024-01-14T10:52:41.764" v="257" actId="478"/>
          <ac:grpSpMkLst>
            <pc:docMk/>
            <pc:sldMk cId="4096950218" sldId="409"/>
            <ac:grpSpMk id="6" creationId="{31E4D7A2-0A7A-D9A6-0DDB-AB4C102EB406}"/>
          </ac:grpSpMkLst>
        </pc:grpChg>
        <pc:grpChg chg="add mod">
          <ac:chgData name="Dr. Nahid Sultana" userId="ff0ae4fb-5158-44ab-9438-4247c64d5f25" providerId="ADAL" clId="{644F2A61-FB8F-4146-A673-77A285F28DEC}" dt="2024-01-14T10:50:32.822" v="227" actId="164"/>
          <ac:grpSpMkLst>
            <pc:docMk/>
            <pc:sldMk cId="4096950218" sldId="409"/>
            <ac:grpSpMk id="16" creationId="{1D772A87-9A74-D829-3D01-8C9272460496}"/>
          </ac:grpSpMkLst>
        </pc:grpChg>
        <pc:grpChg chg="add mod">
          <ac:chgData name="Dr. Nahid Sultana" userId="ff0ae4fb-5158-44ab-9438-4247c64d5f25" providerId="ADAL" clId="{644F2A61-FB8F-4146-A673-77A285F28DEC}" dt="2024-01-14T10:53:09.724" v="264" actId="164"/>
          <ac:grpSpMkLst>
            <pc:docMk/>
            <pc:sldMk cId="4096950218" sldId="409"/>
            <ac:grpSpMk id="18" creationId="{65E7A52B-2DD8-C744-ABF4-72D9E9183480}"/>
          </ac:grpSpMkLst>
        </pc:grpChg>
        <pc:graphicFrameChg chg="add del mod replId">
          <ac:chgData name="Dr. Nahid Sultana" userId="ff0ae4fb-5158-44ab-9438-4247c64d5f25" providerId="ADAL" clId="{644F2A61-FB8F-4146-A673-77A285F28DEC}" dt="2024-01-14T10:46:08.698" v="173"/>
          <ac:graphicFrameMkLst>
            <pc:docMk/>
            <pc:sldMk cId="4096950218" sldId="409"/>
            <ac:graphicFrameMk id="11" creationId="{E0EF6AB6-1323-62BA-78AC-CE42FD841C5B}"/>
          </ac:graphicFrameMkLst>
        </pc:graphicFrameChg>
        <pc:graphicFrameChg chg="add del mod replId">
          <ac:chgData name="Dr. Nahid Sultana" userId="ff0ae4fb-5158-44ab-9438-4247c64d5f25" providerId="ADAL" clId="{644F2A61-FB8F-4146-A673-77A285F28DEC}" dt="2024-01-14T10:47:14.504" v="186"/>
          <ac:graphicFrameMkLst>
            <pc:docMk/>
            <pc:sldMk cId="4096950218" sldId="409"/>
            <ac:graphicFrameMk id="14" creationId="{5999038B-99BC-7667-DE34-06DE90D1DDC4}"/>
          </ac:graphicFrameMkLst>
        </pc:graphicFrameChg>
        <pc:picChg chg="add mod">
          <ac:chgData name="Dr. Nahid Sultana" userId="ff0ae4fb-5158-44ab-9438-4247c64d5f25" providerId="ADAL" clId="{644F2A61-FB8F-4146-A673-77A285F28DEC}" dt="2024-01-14T10:44:36.113" v="162" actId="1076"/>
          <ac:picMkLst>
            <pc:docMk/>
            <pc:sldMk cId="4096950218" sldId="409"/>
            <ac:picMk id="5" creationId="{BB2CAD33-C4A2-B80C-BE7D-90A577C45F7D}"/>
          </ac:picMkLst>
        </pc:picChg>
        <pc:picChg chg="mod topLvl">
          <ac:chgData name="Dr. Nahid Sultana" userId="ff0ae4fb-5158-44ab-9438-4247c64d5f25" providerId="ADAL" clId="{644F2A61-FB8F-4146-A673-77A285F28DEC}" dt="2024-01-14T10:53:09.724" v="264" actId="164"/>
          <ac:picMkLst>
            <pc:docMk/>
            <pc:sldMk cId="4096950218" sldId="409"/>
            <ac:picMk id="7" creationId="{2B6234EE-241F-F5A8-1887-D67837DCB1C1}"/>
          </ac:picMkLst>
        </pc:picChg>
        <pc:picChg chg="del mod topLvl">
          <ac:chgData name="Dr. Nahid Sultana" userId="ff0ae4fb-5158-44ab-9438-4247c64d5f25" providerId="ADAL" clId="{644F2A61-FB8F-4146-A673-77A285F28DEC}" dt="2024-01-14T10:52:41.764" v="257" actId="478"/>
          <ac:picMkLst>
            <pc:docMk/>
            <pc:sldMk cId="4096950218" sldId="409"/>
            <ac:picMk id="8" creationId="{C4F149F9-4347-633F-AE34-71F1DC941CF5}"/>
          </ac:picMkLst>
        </pc:picChg>
        <pc:picChg chg="add mod">
          <ac:chgData name="Dr. Nahid Sultana" userId="ff0ae4fb-5158-44ab-9438-4247c64d5f25" providerId="ADAL" clId="{644F2A61-FB8F-4146-A673-77A285F28DEC}" dt="2024-01-14T10:45:03.068" v="168" actId="1076"/>
          <ac:picMkLst>
            <pc:docMk/>
            <pc:sldMk cId="4096950218" sldId="409"/>
            <ac:picMk id="9" creationId="{FA17B4EC-2210-DE04-E235-0725536D3B30}"/>
          </ac:picMkLst>
        </pc:picChg>
      </pc:sldChg>
      <pc:sldChg chg="addSp delSp modSp new mod modAnim">
        <pc:chgData name="Dr. Nahid Sultana" userId="ff0ae4fb-5158-44ab-9438-4247c64d5f25" providerId="ADAL" clId="{644F2A61-FB8F-4146-A673-77A285F28DEC}" dt="2024-01-16T06:24:39.255" v="634"/>
        <pc:sldMkLst>
          <pc:docMk/>
          <pc:sldMk cId="1915030247" sldId="410"/>
        </pc:sldMkLst>
        <pc:spChg chg="del">
          <ac:chgData name="Dr. Nahid Sultana" userId="ff0ae4fb-5158-44ab-9438-4247c64d5f25" providerId="ADAL" clId="{644F2A61-FB8F-4146-A673-77A285F28DEC}" dt="2024-01-16T06:10:33.409" v="471"/>
          <ac:spMkLst>
            <pc:docMk/>
            <pc:sldMk cId="1915030247" sldId="410"/>
            <ac:spMk id="2" creationId="{8A85DD1A-205C-DDCC-922B-85201497B93A}"/>
          </ac:spMkLst>
        </pc:spChg>
        <pc:spChg chg="del">
          <ac:chgData name="Dr. Nahid Sultana" userId="ff0ae4fb-5158-44ab-9438-4247c64d5f25" providerId="ADAL" clId="{644F2A61-FB8F-4146-A673-77A285F28DEC}" dt="2024-01-16T06:10:36.451" v="473" actId="478"/>
          <ac:spMkLst>
            <pc:docMk/>
            <pc:sldMk cId="1915030247" sldId="410"/>
            <ac:spMk id="3" creationId="{8BD67BB6-109E-56E2-E639-5A722A141493}"/>
          </ac:spMkLst>
        </pc:spChg>
        <pc:spChg chg="add mod">
          <ac:chgData name="Dr. Nahid Sultana" userId="ff0ae4fb-5158-44ab-9438-4247c64d5f25" providerId="ADAL" clId="{644F2A61-FB8F-4146-A673-77A285F28DEC}" dt="2024-01-16T06:10:33.519" v="472" actId="27636"/>
          <ac:spMkLst>
            <pc:docMk/>
            <pc:sldMk cId="1915030247" sldId="410"/>
            <ac:spMk id="5" creationId="{C37C3B48-086A-C667-018A-3BAC09802F0B}"/>
          </ac:spMkLst>
        </pc:spChg>
        <pc:spChg chg="add del mod">
          <ac:chgData name="Dr. Nahid Sultana" userId="ff0ae4fb-5158-44ab-9438-4247c64d5f25" providerId="ADAL" clId="{644F2A61-FB8F-4146-A673-77A285F28DEC}" dt="2024-01-16T06:10:41.583" v="475"/>
          <ac:spMkLst>
            <pc:docMk/>
            <pc:sldMk cId="1915030247" sldId="410"/>
            <ac:spMk id="6" creationId="{7A1061E3-1949-5654-8742-12DEF72B4E4F}"/>
          </ac:spMkLst>
        </pc:spChg>
        <pc:spChg chg="add mod">
          <ac:chgData name="Dr. Nahid Sultana" userId="ff0ae4fb-5158-44ab-9438-4247c64d5f25" providerId="ADAL" clId="{644F2A61-FB8F-4146-A673-77A285F28DEC}" dt="2024-01-16T06:18:13.844" v="564" actId="14100"/>
          <ac:spMkLst>
            <pc:docMk/>
            <pc:sldMk cId="1915030247" sldId="410"/>
            <ac:spMk id="7" creationId="{9491379B-6941-9685-CF0E-894D5E705F51}"/>
          </ac:spMkLst>
        </pc:spChg>
        <pc:spChg chg="add del mod">
          <ac:chgData name="Dr. Nahid Sultana" userId="ff0ae4fb-5158-44ab-9438-4247c64d5f25" providerId="ADAL" clId="{644F2A61-FB8F-4146-A673-77A285F28DEC}" dt="2024-01-16T06:12:40.523" v="496" actId="478"/>
          <ac:spMkLst>
            <pc:docMk/>
            <pc:sldMk cId="1915030247" sldId="410"/>
            <ac:spMk id="8" creationId="{AFC11DC0-DE6E-8D55-E175-AF2CAFA278AF}"/>
          </ac:spMkLst>
        </pc:spChg>
        <pc:spChg chg="add mod">
          <ac:chgData name="Dr. Nahid Sultana" userId="ff0ae4fb-5158-44ab-9438-4247c64d5f25" providerId="ADAL" clId="{644F2A61-FB8F-4146-A673-77A285F28DEC}" dt="2024-01-16T06:17:45.384" v="558" actId="1076"/>
          <ac:spMkLst>
            <pc:docMk/>
            <pc:sldMk cId="1915030247" sldId="410"/>
            <ac:spMk id="9" creationId="{4BCD4289-0896-0DE6-F8C3-A53E4497082A}"/>
          </ac:spMkLst>
        </pc:spChg>
        <pc:spChg chg="add mod">
          <ac:chgData name="Dr. Nahid Sultana" userId="ff0ae4fb-5158-44ab-9438-4247c64d5f25" providerId="ADAL" clId="{644F2A61-FB8F-4146-A673-77A285F28DEC}" dt="2024-01-16T06:18:20.897" v="565" actId="14100"/>
          <ac:spMkLst>
            <pc:docMk/>
            <pc:sldMk cId="1915030247" sldId="410"/>
            <ac:spMk id="10" creationId="{F7B9F0C0-0315-5E56-28C5-66BEA5752DB7}"/>
          </ac:spMkLst>
        </pc:spChg>
        <pc:spChg chg="add mod">
          <ac:chgData name="Dr. Nahid Sultana" userId="ff0ae4fb-5158-44ab-9438-4247c64d5f25" providerId="ADAL" clId="{644F2A61-FB8F-4146-A673-77A285F28DEC}" dt="2024-01-16T06:23:06.574" v="625" actId="1038"/>
          <ac:spMkLst>
            <pc:docMk/>
            <pc:sldMk cId="1915030247" sldId="410"/>
            <ac:spMk id="13" creationId="{72FC012F-EDA7-BFD5-0068-8026C2884876}"/>
          </ac:spMkLst>
        </pc:spChg>
        <pc:picChg chg="add mod">
          <ac:chgData name="Dr. Nahid Sultana" userId="ff0ae4fb-5158-44ab-9438-4247c64d5f25" providerId="ADAL" clId="{644F2A61-FB8F-4146-A673-77A285F28DEC}" dt="2024-01-16T06:19:24.814" v="576" actId="14100"/>
          <ac:picMkLst>
            <pc:docMk/>
            <pc:sldMk cId="1915030247" sldId="410"/>
            <ac:picMk id="11" creationId="{FBC6F779-F1B3-4311-C597-0B2FC2288459}"/>
          </ac:picMkLst>
        </pc:picChg>
      </pc:sldChg>
      <pc:sldChg chg="addSp delSp modSp new mod modAnim">
        <pc:chgData name="Dr. Nahid Sultana" userId="ff0ae4fb-5158-44ab-9438-4247c64d5f25" providerId="ADAL" clId="{644F2A61-FB8F-4146-A673-77A285F28DEC}" dt="2024-01-16T07:25:05.641" v="781" actId="27636"/>
        <pc:sldMkLst>
          <pc:docMk/>
          <pc:sldMk cId="666853592" sldId="411"/>
        </pc:sldMkLst>
        <pc:spChg chg="del">
          <ac:chgData name="Dr. Nahid Sultana" userId="ff0ae4fb-5158-44ab-9438-4247c64d5f25" providerId="ADAL" clId="{644F2A61-FB8F-4146-A673-77A285F28DEC}" dt="2024-01-16T06:50:32.868" v="659" actId="478"/>
          <ac:spMkLst>
            <pc:docMk/>
            <pc:sldMk cId="666853592" sldId="411"/>
            <ac:spMk id="2" creationId="{496B30CC-5E2F-74F8-6E00-C21C9F581010}"/>
          </ac:spMkLst>
        </pc:spChg>
        <pc:spChg chg="del">
          <ac:chgData name="Dr. Nahid Sultana" userId="ff0ae4fb-5158-44ab-9438-4247c64d5f25" providerId="ADAL" clId="{644F2A61-FB8F-4146-A673-77A285F28DEC}" dt="2024-01-16T06:49:57.340" v="652" actId="478"/>
          <ac:spMkLst>
            <pc:docMk/>
            <pc:sldMk cId="666853592" sldId="411"/>
            <ac:spMk id="3" creationId="{203FD5B5-A723-1062-BD85-A7AEDA6580FF}"/>
          </ac:spMkLst>
        </pc:spChg>
        <pc:spChg chg="mod">
          <ac:chgData name="Dr. Nahid Sultana" userId="ff0ae4fb-5158-44ab-9438-4247c64d5f25" providerId="ADAL" clId="{644F2A61-FB8F-4146-A673-77A285F28DEC}" dt="2024-01-16T06:49:57.429" v="653" actId="27636"/>
          <ac:spMkLst>
            <pc:docMk/>
            <pc:sldMk cId="666853592" sldId="411"/>
            <ac:spMk id="4" creationId="{B69C456F-59B2-A56C-A59B-3A2FAEAAD38D}"/>
          </ac:spMkLst>
        </pc:spChg>
        <pc:spChg chg="add mod">
          <ac:chgData name="Dr. Nahid Sultana" userId="ff0ae4fb-5158-44ab-9438-4247c64d5f25" providerId="ADAL" clId="{644F2A61-FB8F-4146-A673-77A285F28DEC}" dt="2024-01-16T06:50:07.968" v="657" actId="255"/>
          <ac:spMkLst>
            <pc:docMk/>
            <pc:sldMk cId="666853592" sldId="411"/>
            <ac:spMk id="6" creationId="{4DF786C1-7236-16C6-DF84-CAFFD1C230E6}"/>
          </ac:spMkLst>
        </pc:spChg>
        <pc:spChg chg="add mod">
          <ac:chgData name="Dr. Nahid Sultana" userId="ff0ae4fb-5158-44ab-9438-4247c64d5f25" providerId="ADAL" clId="{644F2A61-FB8F-4146-A673-77A285F28DEC}" dt="2024-01-16T07:25:05.641" v="781" actId="27636"/>
          <ac:spMkLst>
            <pc:docMk/>
            <pc:sldMk cId="666853592" sldId="411"/>
            <ac:spMk id="7" creationId="{D4CC4577-D935-CFEE-BBD8-EB822DBEFF9B}"/>
          </ac:spMkLst>
        </pc:spChg>
        <pc:spChg chg="add mod">
          <ac:chgData name="Dr. Nahid Sultana" userId="ff0ae4fb-5158-44ab-9438-4247c64d5f25" providerId="ADAL" clId="{644F2A61-FB8F-4146-A673-77A285F28DEC}" dt="2024-01-16T07:25:05.641" v="781" actId="27636"/>
          <ac:spMkLst>
            <pc:docMk/>
            <pc:sldMk cId="666853592" sldId="411"/>
            <ac:spMk id="8" creationId="{C1045B58-2ED2-6DD9-7E94-3FBC3FE23094}"/>
          </ac:spMkLst>
        </pc:spChg>
        <pc:spChg chg="add mod">
          <ac:chgData name="Dr. Nahid Sultana" userId="ff0ae4fb-5158-44ab-9438-4247c64d5f25" providerId="ADAL" clId="{644F2A61-FB8F-4146-A673-77A285F28DEC}" dt="2024-01-16T07:11:01.203" v="698" actId="14100"/>
          <ac:spMkLst>
            <pc:docMk/>
            <pc:sldMk cId="666853592" sldId="411"/>
            <ac:spMk id="10" creationId="{62D825E2-4D13-88BD-4D08-FE58E5658B9F}"/>
          </ac:spMkLst>
        </pc:spChg>
        <pc:spChg chg="add mod">
          <ac:chgData name="Dr. Nahid Sultana" userId="ff0ae4fb-5158-44ab-9438-4247c64d5f25" providerId="ADAL" clId="{644F2A61-FB8F-4146-A673-77A285F28DEC}" dt="2024-01-16T07:20:33.665" v="774" actId="1076"/>
          <ac:spMkLst>
            <pc:docMk/>
            <pc:sldMk cId="666853592" sldId="411"/>
            <ac:spMk id="12" creationId="{D3174B50-EE7C-AC28-5CE5-68F2A88C9F1C}"/>
          </ac:spMkLst>
        </pc:spChg>
        <pc:spChg chg="add mod">
          <ac:chgData name="Dr. Nahid Sultana" userId="ff0ae4fb-5158-44ab-9438-4247c64d5f25" providerId="ADAL" clId="{644F2A61-FB8F-4146-A673-77A285F28DEC}" dt="2024-01-16T07:13:58.814" v="724" actId="207"/>
          <ac:spMkLst>
            <pc:docMk/>
            <pc:sldMk cId="666853592" sldId="411"/>
            <ac:spMk id="15" creationId="{F7CC801C-68CD-A747-45A2-2E52AA62EA44}"/>
          </ac:spMkLst>
        </pc:spChg>
        <pc:spChg chg="add mod">
          <ac:chgData name="Dr. Nahid Sultana" userId="ff0ae4fb-5158-44ab-9438-4247c64d5f25" providerId="ADAL" clId="{644F2A61-FB8F-4146-A673-77A285F28DEC}" dt="2024-01-16T07:20:37.624" v="775" actId="1076"/>
          <ac:spMkLst>
            <pc:docMk/>
            <pc:sldMk cId="666853592" sldId="411"/>
            <ac:spMk id="17" creationId="{AC976BA1-DDCD-1818-E005-A3EE40633108}"/>
          </ac:spMkLst>
        </pc:spChg>
        <pc:picChg chg="add mod">
          <ac:chgData name="Dr. Nahid Sultana" userId="ff0ae4fb-5158-44ab-9438-4247c64d5f25" providerId="ADAL" clId="{644F2A61-FB8F-4146-A673-77A285F28DEC}" dt="2024-01-16T07:10:50.067" v="696" actId="1037"/>
          <ac:picMkLst>
            <pc:docMk/>
            <pc:sldMk cId="666853592" sldId="411"/>
            <ac:picMk id="13" creationId="{3E26DB9F-49D4-950E-057C-2B2BBCCFF3A7}"/>
          </ac:picMkLst>
        </pc:picChg>
        <pc:picChg chg="add mod">
          <ac:chgData name="Dr. Nahid Sultana" userId="ff0ae4fb-5158-44ab-9438-4247c64d5f25" providerId="ADAL" clId="{644F2A61-FB8F-4146-A673-77A285F28DEC}" dt="2024-01-16T07:20:43.504" v="776" actId="1076"/>
          <ac:picMkLst>
            <pc:docMk/>
            <pc:sldMk cId="666853592" sldId="411"/>
            <ac:picMk id="19" creationId="{74722616-40FD-2CE6-DB4E-5B1657E4A311}"/>
          </ac:picMkLst>
        </pc:picChg>
      </pc:sldChg>
      <pc:sldChg chg="addSp delSp modSp new mod modAnim">
        <pc:chgData name="Dr. Nahid Sultana" userId="ff0ae4fb-5158-44ab-9438-4247c64d5f25" providerId="ADAL" clId="{644F2A61-FB8F-4146-A673-77A285F28DEC}" dt="2024-01-16T07:37:42.712" v="992"/>
        <pc:sldMkLst>
          <pc:docMk/>
          <pc:sldMk cId="765369497" sldId="412"/>
        </pc:sldMkLst>
        <pc:spChg chg="del">
          <ac:chgData name="Dr. Nahid Sultana" userId="ff0ae4fb-5158-44ab-9438-4247c64d5f25" providerId="ADAL" clId="{644F2A61-FB8F-4146-A673-77A285F28DEC}" dt="2024-01-16T07:25:11.345" v="782" actId="478"/>
          <ac:spMkLst>
            <pc:docMk/>
            <pc:sldMk cId="765369497" sldId="412"/>
            <ac:spMk id="2" creationId="{CA0D782E-2B44-6388-BC16-E78C9738C4F6}"/>
          </ac:spMkLst>
        </pc:spChg>
        <pc:spChg chg="del">
          <ac:chgData name="Dr. Nahid Sultana" userId="ff0ae4fb-5158-44ab-9438-4247c64d5f25" providerId="ADAL" clId="{644F2A61-FB8F-4146-A673-77A285F28DEC}" dt="2024-01-16T07:25:16.208" v="784" actId="478"/>
          <ac:spMkLst>
            <pc:docMk/>
            <pc:sldMk cId="765369497" sldId="412"/>
            <ac:spMk id="3" creationId="{884D1250-6C59-EAA9-03D3-2D4EE3734475}"/>
          </ac:spMkLst>
        </pc:spChg>
        <pc:spChg chg="add mod">
          <ac:chgData name="Dr. Nahid Sultana" userId="ff0ae4fb-5158-44ab-9438-4247c64d5f25" providerId="ADAL" clId="{644F2A61-FB8F-4146-A673-77A285F28DEC}" dt="2024-01-16T07:25:12.074" v="783"/>
          <ac:spMkLst>
            <pc:docMk/>
            <pc:sldMk cId="765369497" sldId="412"/>
            <ac:spMk id="5" creationId="{B950D139-44F9-552E-A659-B8E0A071DF52}"/>
          </ac:spMkLst>
        </pc:spChg>
        <pc:spChg chg="add mod">
          <ac:chgData name="Dr. Nahid Sultana" userId="ff0ae4fb-5158-44ab-9438-4247c64d5f25" providerId="ADAL" clId="{644F2A61-FB8F-4146-A673-77A285F28DEC}" dt="2024-01-16T07:25:12.074" v="783"/>
          <ac:spMkLst>
            <pc:docMk/>
            <pc:sldMk cId="765369497" sldId="412"/>
            <ac:spMk id="6" creationId="{807DF5D9-4AE0-8F1A-24E6-8CFDCF447769}"/>
          </ac:spMkLst>
        </pc:spChg>
        <pc:spChg chg="add mod">
          <ac:chgData name="Dr. Nahid Sultana" userId="ff0ae4fb-5158-44ab-9438-4247c64d5f25" providerId="ADAL" clId="{644F2A61-FB8F-4146-A673-77A285F28DEC}" dt="2024-01-16T07:37:06.272" v="986" actId="21"/>
          <ac:spMkLst>
            <pc:docMk/>
            <pc:sldMk cId="765369497" sldId="412"/>
            <ac:spMk id="8" creationId="{495D0674-AA72-E7BB-7D14-8AFEAEFCACB1}"/>
          </ac:spMkLst>
        </pc:spChg>
        <pc:spChg chg="add mod">
          <ac:chgData name="Dr. Nahid Sultana" userId="ff0ae4fb-5158-44ab-9438-4247c64d5f25" providerId="ADAL" clId="{644F2A61-FB8F-4146-A673-77A285F28DEC}" dt="2024-01-16T07:37:25.097" v="991" actId="1076"/>
          <ac:spMkLst>
            <pc:docMk/>
            <pc:sldMk cId="765369497" sldId="412"/>
            <ac:spMk id="11" creationId="{EFDE88C8-EA08-F0AA-F245-C63017F1A69E}"/>
          </ac:spMkLst>
        </pc:spChg>
        <pc:picChg chg="add mod">
          <ac:chgData name="Dr. Nahid Sultana" userId="ff0ae4fb-5158-44ab-9438-4247c64d5f25" providerId="ADAL" clId="{644F2A61-FB8F-4146-A673-77A285F28DEC}" dt="2024-01-16T07:37:14.103" v="987" actId="1076"/>
          <ac:picMkLst>
            <pc:docMk/>
            <pc:sldMk cId="765369497" sldId="412"/>
            <ac:picMk id="9" creationId="{CAB62642-4A1F-6F30-C9EA-0E7BB364EDF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43D5BC6-20DC-49A1-A281-61D9723FC4D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5655506-B14E-4EF0-9126-61624E7CA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26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7066" indent="-291179" defTabSz="939862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4717" indent="-232943" defTabSz="939862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0604" indent="-232943" defTabSz="939862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96491" indent="-232943" defTabSz="939862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2377" indent="-232943" defTabSz="93986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28264" indent="-232943" defTabSz="93986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94151" indent="-232943" defTabSz="93986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60038" indent="-232943" defTabSz="93986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03AEB3-A65B-4910-B930-827472F188E3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00595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87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other words, f(x) has a critical point in 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Rolle's theorem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essentially states that any real-valued differentiable function that have equal values at two distinct end points must have at least one critical/stationary point somewhere between them—that is, a point where the first derivative is zero.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82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05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75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-12700" y="6053139"/>
            <a:ext cx="2999317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3145368" y="6043614"/>
            <a:ext cx="9046633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C7AF7BA-69AD-48A4-85C2-1EB0FC8FF87A}" type="datetime1">
              <a:rPr lang="en-US" smtClean="0"/>
              <a:t>1/24/2026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1300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© Nahid Sultana, 2017-2018.</a:t>
            </a: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05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7A33F7-9D9F-4C0E-87C4-717ADC7092E8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3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CA1ADC-DD19-459F-AA5C-B8E19E501704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</p:spTree>
    <p:extLst>
      <p:ext uri="{BB962C8B-B14F-4D97-AF65-F5344CB8AC3E}">
        <p14:creationId xmlns:p14="http://schemas.microsoft.com/office/powerpoint/2010/main" val="3309452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04689C3-4276-4EF4-9B79-9A9E8D64FE76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</p:spTree>
    <p:extLst>
      <p:ext uri="{BB962C8B-B14F-4D97-AF65-F5344CB8AC3E}">
        <p14:creationId xmlns:p14="http://schemas.microsoft.com/office/powerpoint/2010/main" val="298879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2F9171A-5FBE-423A-A498-6224AB46A488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</p:spTree>
    <p:extLst>
      <p:ext uri="{BB962C8B-B14F-4D97-AF65-F5344CB8AC3E}">
        <p14:creationId xmlns:p14="http://schemas.microsoft.com/office/powerpoint/2010/main" val="358057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F97F14-1CB0-480F-AA57-09C472B34CE6}" type="datetime1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2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352835-46A0-411C-9EE9-B6F49002C31D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EF9103-910A-46A2-B8AC-F36FB1C1B370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3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1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-12699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7" name="Rectangle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8" name="Rectangle 7"/>
          <p:cNvSpPr/>
          <p:nvPr/>
        </p:nvSpPr>
        <p:spPr bwMode="white">
          <a:xfrm>
            <a:off x="1930401" y="1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>
            <a:lvl1pPr>
              <a:defRPr/>
            </a:lvl1pPr>
          </a:lstStyle>
          <a:p>
            <a:fld id="{2DA362C4-FA7C-4DBB-9150-A3D0693298D6}" type="datetime1">
              <a:rPr lang="en-US" smtClean="0"/>
              <a:t>1/24/2026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930400" cy="663575"/>
          </a:xfrm>
        </p:spPr>
        <p:txBody>
          <a:bodyPr/>
          <a:lstStyle>
            <a:lvl1pPr>
              <a:defRPr sz="2800"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401"/>
            <a:ext cx="6096000" cy="365125"/>
          </a:xfrm>
        </p:spPr>
        <p:txBody>
          <a:bodyPr rtlCol="0"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</p:spTree>
    <p:extLst>
      <p:ext uri="{BB962C8B-B14F-4D97-AF65-F5344CB8AC3E}">
        <p14:creationId xmlns:p14="http://schemas.microsoft.com/office/powerpoint/2010/main" val="616659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D03CAA-F9FC-4792-9AE5-DA8D0CCE0FE2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9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1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1"/>
            <a:ext cx="2946400" cy="365125"/>
          </a:xfrm>
        </p:spPr>
        <p:txBody>
          <a:bodyPr/>
          <a:lstStyle>
            <a:lvl1pPr>
              <a:defRPr/>
            </a:lvl1pPr>
          </a:lstStyle>
          <a:p>
            <a:fld id="{865D70BE-6992-4894-8D3B-9051D7FFE6D6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1" y="6248401"/>
            <a:ext cx="7431617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Nahid Sultana, 2017-2018.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7"/>
            <a:ext cx="533400" cy="325967"/>
          </a:xfrm>
        </p:spPr>
        <p:txBody>
          <a:bodyPr/>
          <a:lstStyle>
            <a:lvl1pPr>
              <a:defRPr/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43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817033" y="1600201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E0967B1-DD0E-4CF5-AD30-84FD3F253E09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401"/>
            <a:ext cx="7228417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© Nahid Sultana, 2017-2018.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1400" b="1">
                <a:solidFill>
                  <a:srgbClr val="FFFFFF"/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8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8CADAE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8C7B70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44.png"/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5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57400" y="-152400"/>
            <a:ext cx="8610600" cy="17526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411: Numerical Analysis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905000" y="2667000"/>
            <a:ext cx="861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Chapter-1: Mathematical Preliminaries </a:t>
            </a:r>
            <a:endParaRPr lang="en-US" altLang="en-US" sz="3200" dirty="0">
              <a:solidFill>
                <a:srgbClr val="FFC000"/>
              </a:solidFill>
            </a:endParaRPr>
          </a:p>
        </p:txBody>
      </p:sp>
      <p:sp>
        <p:nvSpPr>
          <p:cNvPr id="11271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84444B6-6786-4B91-8C77-B5EEACAC509A}" type="slidenum">
              <a:rPr lang="en-US" altLang="en-US" sz="1400">
                <a:solidFill>
                  <a:schemeClr val="tx2"/>
                </a:solidFill>
              </a:rPr>
              <a:pPr eaLnBrk="1" hangingPunct="1"/>
              <a:t>1</a:t>
            </a:fld>
            <a:endParaRPr lang="en-US" alt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93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Chapter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1.1 Review of Calculus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1.2 Round-off Errors and Computer arithmetic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1.3 Algorithms and converges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29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648" y="7620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Limits and Continuity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600200"/>
            <a:ext cx="8715598" cy="228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333" y="3947160"/>
            <a:ext cx="429002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648" y="15240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Limits and Continuity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524000"/>
            <a:ext cx="8229600" cy="164350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8600" y="3092668"/>
                <a:ext cx="1104900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ü"/>
                </a:pPr>
                <a:r>
                  <a:rPr lang="en-US" sz="2000" dirty="0">
                    <a:latin typeface="Times-Roman"/>
                  </a:rPr>
                  <a:t>The 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set of all functions that are continuous </a:t>
                </a:r>
                <a:r>
                  <a:rPr lang="en-US" sz="2000" dirty="0">
                    <a:latin typeface="Times-Roman"/>
                  </a:rPr>
                  <a:t>on the set </a:t>
                </a:r>
                <a:r>
                  <a:rPr lang="en-US" sz="2000" i="1" dirty="0">
                    <a:latin typeface="Times-Italic"/>
                  </a:rPr>
                  <a:t>X </a:t>
                </a:r>
                <a:r>
                  <a:rPr lang="en-US" sz="2000" dirty="0">
                    <a:latin typeface="Times-Roman"/>
                  </a:rPr>
                  <a:t>is denoted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C</a:t>
                </a:r>
                <a:r>
                  <a:rPr lang="en-US" sz="2000" b="1" i="1" dirty="0">
                    <a:solidFill>
                      <a:srgbClr val="FF0000"/>
                    </a:solidFill>
                    <a:latin typeface="MTMI"/>
                  </a:rPr>
                  <a:t>(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X</a:t>
                </a:r>
                <a:r>
                  <a:rPr lang="en-US" sz="2000" b="1" i="1" dirty="0">
                    <a:solidFill>
                      <a:srgbClr val="FF0000"/>
                    </a:solidFill>
                    <a:latin typeface="MTMI"/>
                  </a:rPr>
                  <a:t>)</a:t>
                </a:r>
                <a:r>
                  <a:rPr lang="en-US" sz="2000" dirty="0">
                    <a:latin typeface="Times-Roman"/>
                  </a:rPr>
                  <a:t>. </a:t>
                </a:r>
              </a:p>
              <a:p>
                <a:pPr marL="285750" indent="-285750">
                  <a:lnSpc>
                    <a:spcPct val="15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ü"/>
                </a:pPr>
                <a:r>
                  <a:rPr lang="en-US" sz="2000" dirty="0">
                    <a:latin typeface="Times-Roman"/>
                  </a:rPr>
                  <a:t>When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X 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is an interval </a:t>
                </a:r>
                <a:r>
                  <a:rPr lang="en-US" sz="2000" dirty="0">
                    <a:latin typeface="Times-Roman"/>
                  </a:rPr>
                  <a:t>of the real line, the 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parentheses</a:t>
                </a:r>
                <a:r>
                  <a:rPr lang="en-US" sz="2000" dirty="0">
                    <a:latin typeface="Times-Roman"/>
                  </a:rPr>
                  <a:t> in this notation are 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omitted</a:t>
                </a:r>
                <a:r>
                  <a:rPr lang="en-US" sz="2000" dirty="0">
                    <a:latin typeface="Times-Roman"/>
                  </a:rPr>
                  <a:t>. </a:t>
                </a:r>
              </a:p>
              <a:p>
                <a:pPr>
                  <a:spcBef>
                    <a:spcPts val="1200"/>
                  </a:spcBef>
                  <a:buClr>
                    <a:schemeClr val="accent1"/>
                  </a:buClr>
                </a:pPr>
                <a:r>
                  <a:rPr lang="en-US" sz="2000" dirty="0">
                    <a:latin typeface="Times-Roman"/>
                  </a:rPr>
                  <a:t>     For example, the 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set of all functions continuous </a:t>
                </a:r>
                <a:r>
                  <a:rPr lang="en-US" sz="2000" dirty="0">
                    <a:latin typeface="Times-Roman"/>
                  </a:rPr>
                  <a:t>on the closed interval </a:t>
                </a:r>
                <a:r>
                  <a:rPr lang="en-US" sz="2000" b="1" dirty="0">
                    <a:solidFill>
                      <a:srgbClr val="FF0000"/>
                    </a:solidFill>
                    <a:latin typeface="MTSYN"/>
                  </a:rPr>
                  <a:t>[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a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,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b</a:t>
                </a:r>
                <a:r>
                  <a:rPr lang="en-US" sz="2000" b="1" dirty="0">
                    <a:solidFill>
                      <a:srgbClr val="FF0000"/>
                    </a:solidFill>
                    <a:latin typeface="MTSYN"/>
                  </a:rPr>
                  <a:t>] </a:t>
                </a:r>
                <a:r>
                  <a:rPr lang="en-US" sz="2000" dirty="0">
                    <a:latin typeface="Times-Roman"/>
                  </a:rPr>
                  <a:t>is denoted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C</a:t>
                </a:r>
                <a:r>
                  <a:rPr lang="en-US" sz="2000" b="1" dirty="0">
                    <a:solidFill>
                      <a:srgbClr val="FF0000"/>
                    </a:solidFill>
                    <a:latin typeface="MTSYN"/>
                  </a:rPr>
                  <a:t>[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a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,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b</a:t>
                </a:r>
                <a:r>
                  <a:rPr lang="en-US" sz="2000" b="1" dirty="0">
                    <a:solidFill>
                      <a:srgbClr val="FF0000"/>
                    </a:solidFill>
                    <a:latin typeface="MTSYN"/>
                  </a:rPr>
                  <a:t>]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. </a:t>
                </a:r>
              </a:p>
              <a:p>
                <a:pPr marL="285750" indent="-285750">
                  <a:lnSpc>
                    <a:spcPct val="15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ü"/>
                </a:pPr>
                <a:r>
                  <a:rPr lang="en-US" sz="2000" dirty="0">
                    <a:latin typeface="Times-Roman"/>
                  </a:rPr>
                  <a:t>The set of 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all functions that are continuous at every real number </a:t>
                </a:r>
                <a:r>
                  <a:rPr lang="en-US" sz="2000" dirty="0">
                    <a:latin typeface="Times-Roman"/>
                  </a:rPr>
                  <a:t>is denoted by </a:t>
                </a:r>
                <a:r>
                  <a:rPr lang="en-US" sz="2000" i="1" dirty="0">
                    <a:solidFill>
                      <a:srgbClr val="FF0000"/>
                    </a:solidFill>
                    <a:latin typeface="Times-Italic"/>
                  </a:rPr>
                  <a:t>C</a:t>
                </a:r>
                <a:r>
                  <a:rPr lang="en-US" sz="2000" i="1" dirty="0">
                    <a:solidFill>
                      <a:srgbClr val="FF0000"/>
                    </a:solidFill>
                    <a:latin typeface="MTMI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i="1" dirty="0">
                    <a:solidFill>
                      <a:srgbClr val="FF0000"/>
                    </a:solidFill>
                    <a:latin typeface="MTMI"/>
                  </a:rPr>
                  <a:t>) </a:t>
                </a:r>
                <a:r>
                  <a:rPr lang="en-US" sz="2000" dirty="0">
                    <a:latin typeface="Times-Roman"/>
                  </a:rPr>
                  <a:t>or by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-Italic"/>
                  </a:rPr>
                  <a:t>C</a:t>
                </a:r>
                <a:r>
                  <a:rPr lang="en-US" sz="2000" b="1" i="1" dirty="0">
                    <a:solidFill>
                      <a:srgbClr val="FF0000"/>
                    </a:solidFill>
                    <a:latin typeface="MTMI"/>
                  </a:rPr>
                  <a:t>(</a:t>
                </a:r>
                <a:r>
                  <a:rPr lang="en-US" sz="2000" b="1" dirty="0">
                    <a:solidFill>
                      <a:srgbClr val="FF0000"/>
                    </a:solidFill>
                    <a:latin typeface="MTSYN"/>
                  </a:rPr>
                  <a:t>−∞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,</a:t>
                </a:r>
                <a:r>
                  <a:rPr lang="en-US" sz="2000" b="1" dirty="0">
                    <a:solidFill>
                      <a:srgbClr val="FF0000"/>
                    </a:solidFill>
                    <a:latin typeface="MTSYN"/>
                  </a:rPr>
                  <a:t>∞</a:t>
                </a:r>
                <a:r>
                  <a:rPr lang="en-US" sz="2000" b="1" i="1" dirty="0">
                    <a:solidFill>
                      <a:srgbClr val="FF0000"/>
                    </a:solidFill>
                    <a:latin typeface="MTMI"/>
                  </a:rPr>
                  <a:t>)</a:t>
                </a:r>
                <a:r>
                  <a:rPr lang="en-US" sz="2000" b="1" dirty="0">
                    <a:solidFill>
                      <a:srgbClr val="FF0000"/>
                    </a:solidFill>
                    <a:latin typeface="Times-Roman"/>
                  </a:rPr>
                  <a:t>.</a:t>
                </a:r>
              </a:p>
              <a:p>
                <a:pPr marL="285750" indent="-285750">
                  <a:spcBef>
                    <a:spcPts val="12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ü"/>
                </a:pPr>
                <a:r>
                  <a:rPr lang="en-US" sz="2000" dirty="0">
                    <a:latin typeface="Times-Roman"/>
                  </a:rPr>
                  <a:t>When we will discuss numerical methods, </a:t>
                </a:r>
                <a:r>
                  <a:rPr lang="en-US" sz="2000" b="1" dirty="0">
                    <a:solidFill>
                      <a:srgbClr val="FF00FF"/>
                    </a:solidFill>
                    <a:latin typeface="Times-Roman"/>
                  </a:rPr>
                  <a:t>the functions will be assumed to be continuous</a:t>
                </a:r>
                <a:r>
                  <a:rPr lang="en-US" sz="2000" dirty="0">
                    <a:solidFill>
                      <a:srgbClr val="FF00FF"/>
                    </a:solidFill>
                    <a:latin typeface="Times-Roman"/>
                  </a:rPr>
                  <a:t>. </a:t>
                </a:r>
                <a:r>
                  <a:rPr lang="en-US" sz="2000" dirty="0">
                    <a:latin typeface="Times-Roman"/>
                  </a:rPr>
                  <a:t>Because this is a </a:t>
                </a:r>
                <a:r>
                  <a:rPr lang="en-US" sz="2000" u="sng" dirty="0">
                    <a:latin typeface="Times-Roman"/>
                  </a:rPr>
                  <a:t>minimal requirement for predictable behavior</a:t>
                </a:r>
                <a:r>
                  <a:rPr lang="en-US" sz="2000" dirty="0">
                    <a:latin typeface="Times-Roman"/>
                  </a:rPr>
                  <a:t>. </a:t>
                </a:r>
              </a:p>
              <a:p>
                <a:pPr marL="285750" indent="-285750">
                  <a:spcBef>
                    <a:spcPts val="12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ü"/>
                </a:pPr>
                <a:r>
                  <a:rPr lang="en-US" sz="2000" dirty="0">
                    <a:latin typeface="Times-Roman"/>
                  </a:rPr>
                  <a:t>Functions that are </a:t>
                </a:r>
                <a:r>
                  <a:rPr lang="en-US" sz="2000" u="sng" dirty="0">
                    <a:latin typeface="Times-Roman"/>
                  </a:rPr>
                  <a:t>not continuous can skip </a:t>
                </a:r>
                <a:r>
                  <a:rPr lang="en-US" sz="2000" dirty="0">
                    <a:latin typeface="Times-Roman"/>
                  </a:rPr>
                  <a:t>over points of interest, which can </a:t>
                </a:r>
                <a:r>
                  <a:rPr lang="en-US" sz="2000" u="sng" dirty="0">
                    <a:latin typeface="Times-Roman"/>
                  </a:rPr>
                  <a:t>cause difﬁculties when attempting to approximate a solution to a problem</a:t>
                </a:r>
                <a:r>
                  <a:rPr lang="en-US" sz="2000" dirty="0">
                    <a:latin typeface="Times-Roman"/>
                  </a:rPr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092668"/>
                <a:ext cx="11049000" cy="3785652"/>
              </a:xfrm>
              <a:prstGeom prst="rect">
                <a:avLst/>
              </a:prstGeom>
              <a:blipFill>
                <a:blip r:embed="rId3"/>
                <a:stretch>
                  <a:fillRect l="-497" r="-386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22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42661" y="12748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Derivative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198613"/>
            <a:ext cx="8915400" cy="219456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906555" y="6289959"/>
                <a:ext cx="8817665" cy="400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b="1" u="sng" dirty="0">
                    <a:solidFill>
                      <a:srgbClr val="0070C0"/>
                    </a:solidFill>
                    <a:latin typeface="Times-Roman"/>
                  </a:rPr>
                  <a:t>Theorem:</a:t>
                </a:r>
                <a:r>
                  <a:rPr lang="en-US" sz="2000" dirty="0">
                    <a:latin typeface="Times-Roman"/>
                  </a:rPr>
                  <a:t> If the function </a:t>
                </a:r>
                <a:r>
                  <a:rPr lang="en-US" sz="2000" i="1" dirty="0">
                    <a:latin typeface="MTMI"/>
                  </a:rPr>
                  <a:t>f </a:t>
                </a:r>
                <a:r>
                  <a:rPr lang="en-US" sz="2000" dirty="0">
                    <a:latin typeface="Times-Roman"/>
                  </a:rPr>
                  <a:t>is differentiable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-Roman"/>
                  </a:rPr>
                  <a:t>, then </a:t>
                </a:r>
                <a:r>
                  <a:rPr lang="en-US" sz="2000" i="1" dirty="0">
                    <a:latin typeface="MTMI"/>
                  </a:rPr>
                  <a:t>f </a:t>
                </a:r>
                <a:r>
                  <a:rPr lang="en-US" sz="2000" dirty="0">
                    <a:latin typeface="Times-Roman"/>
                  </a:rPr>
                  <a:t>is continuous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-Roman"/>
                  </a:rPr>
                  <a:t>. </a:t>
                </a:r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555" y="6289959"/>
                <a:ext cx="8817665" cy="400110"/>
              </a:xfrm>
              <a:prstGeom prst="rect">
                <a:avLst/>
              </a:prstGeom>
              <a:blipFill>
                <a:blip r:embed="rId3"/>
                <a:stretch>
                  <a:fillRect l="-690" t="-8824" b="-23529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1BD0A77-F396-404D-BC4F-B47824C2801C}"/>
              </a:ext>
            </a:extLst>
          </p:cNvPr>
          <p:cNvSpPr txBox="1"/>
          <p:nvPr/>
        </p:nvSpPr>
        <p:spPr>
          <a:xfrm>
            <a:off x="355599" y="1532994"/>
            <a:ext cx="807273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cs typeface="Times New Roman" pitchFamily="18" charset="0"/>
              </a:rPr>
              <a:t>More </a:t>
            </a:r>
            <a:r>
              <a:rPr lang="en-US" sz="2000" dirty="0">
                <a:solidFill>
                  <a:srgbClr val="FF00FF"/>
                </a:solidFill>
                <a:cs typeface="Times New Roman" pitchFamily="18" charset="0"/>
              </a:rPr>
              <a:t>sophisticated assumptions </a:t>
            </a:r>
            <a:r>
              <a:rPr lang="en-US" sz="2000" dirty="0">
                <a:cs typeface="Times New Roman" pitchFamily="18" charset="0"/>
              </a:rPr>
              <a:t>about a function generally lead to </a:t>
            </a:r>
            <a:r>
              <a:rPr lang="en-US" sz="2000" dirty="0">
                <a:solidFill>
                  <a:srgbClr val="FF00FF"/>
                </a:solidFill>
                <a:cs typeface="Times New Roman" pitchFamily="18" charset="0"/>
              </a:rPr>
              <a:t>better approximation </a:t>
            </a:r>
            <a:r>
              <a:rPr lang="en-US" sz="2000" dirty="0">
                <a:cs typeface="Times New Roman" pitchFamily="18" charset="0"/>
              </a:rPr>
              <a:t>results. </a:t>
            </a:r>
          </a:p>
          <a:p>
            <a:pPr algn="just"/>
            <a:r>
              <a:rPr lang="en-US" sz="2000" dirty="0">
                <a:cs typeface="Times New Roman" pitchFamily="18" charset="0"/>
              </a:rPr>
              <a:t>For example, a function with a </a:t>
            </a:r>
            <a:r>
              <a:rPr lang="en-US" sz="2000" b="1" dirty="0">
                <a:solidFill>
                  <a:srgbClr val="FF00FF"/>
                </a:solidFill>
                <a:cs typeface="Times New Roman" pitchFamily="18" charset="0"/>
              </a:rPr>
              <a:t>smooth graph </a:t>
            </a:r>
            <a:r>
              <a:rPr lang="en-US" sz="2000" dirty="0">
                <a:cs typeface="Times New Roman" pitchFamily="18" charset="0"/>
              </a:rPr>
              <a:t>will normally </a:t>
            </a:r>
            <a:r>
              <a:rPr lang="en-US" sz="2000" b="1" dirty="0">
                <a:solidFill>
                  <a:srgbClr val="FF00FF"/>
                </a:solidFill>
                <a:cs typeface="Times New Roman" pitchFamily="18" charset="0"/>
              </a:rPr>
              <a:t>behave more predictably. </a:t>
            </a:r>
          </a:p>
          <a:p>
            <a:pPr algn="just"/>
            <a:r>
              <a:rPr lang="en-US" sz="2000" dirty="0">
                <a:cs typeface="Times New Roman" pitchFamily="18" charset="0"/>
              </a:rPr>
              <a:t>The </a:t>
            </a:r>
            <a:r>
              <a:rPr lang="en-US" sz="2000" b="1" dirty="0">
                <a:solidFill>
                  <a:srgbClr val="00B050"/>
                </a:solidFill>
                <a:cs typeface="Times New Roman" pitchFamily="18" charset="0"/>
              </a:rPr>
              <a:t>smoothness condition relies on the concept of the derivativ</a:t>
            </a:r>
            <a:r>
              <a:rPr lang="en-US" sz="2000" dirty="0">
                <a:solidFill>
                  <a:srgbClr val="00B050"/>
                </a:solidFill>
                <a:cs typeface="Times New Roman" pitchFamily="18" charset="0"/>
              </a:rPr>
              <a:t>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727077-8D8B-4894-83D5-BE8072598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339" y="127480"/>
            <a:ext cx="3763661" cy="2656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4F9BC5-B852-0CB6-BC37-C24AAE77E6B0}"/>
              </a:ext>
            </a:extLst>
          </p:cNvPr>
          <p:cNvGrpSpPr/>
          <p:nvPr/>
        </p:nvGrpSpPr>
        <p:grpSpPr>
          <a:xfrm>
            <a:off x="1940767" y="5470564"/>
            <a:ext cx="9032376" cy="667512"/>
            <a:chOff x="457200" y="5586411"/>
            <a:chExt cx="9032376" cy="66751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9702EF2-8D4C-4DEF-9924-87DD8646B497}"/>
                </a:ext>
              </a:extLst>
            </p:cNvPr>
            <p:cNvGrpSpPr/>
            <p:nvPr/>
          </p:nvGrpSpPr>
          <p:grpSpPr>
            <a:xfrm>
              <a:off x="457200" y="5586411"/>
              <a:ext cx="9032376" cy="667512"/>
              <a:chOff x="114300" y="5088469"/>
              <a:chExt cx="9032376" cy="667512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20E0D78-4285-4BFB-BB30-4D8CBA5A02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3900" y="5088469"/>
                <a:ext cx="8422776" cy="6675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1791EB-9698-4ACD-B252-E71B4DEE98A5}"/>
                  </a:ext>
                </a:extLst>
              </p:cNvPr>
              <p:cNvSpPr txBox="1"/>
              <p:nvPr/>
            </p:nvSpPr>
            <p:spPr>
              <a:xfrm>
                <a:off x="114300" y="5105400"/>
                <a:ext cx="8915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>
                    <a:solidFill>
                      <a:srgbClr val="7030A0"/>
                    </a:solidFill>
                  </a:rPr>
                  <a:t>Note: </a:t>
                </a:r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466E916-8DFD-6C3D-AE05-4FADB2333607}"/>
                </a:ext>
              </a:extLst>
            </p:cNvPr>
            <p:cNvSpPr/>
            <p:nvPr/>
          </p:nvSpPr>
          <p:spPr>
            <a:xfrm>
              <a:off x="3012576" y="5955280"/>
              <a:ext cx="381000" cy="2986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9382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76400" y="9724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Derivative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D4BC5DC-E41E-4D96-B0E3-858C823AB857}"/>
              </a:ext>
            </a:extLst>
          </p:cNvPr>
          <p:cNvSpPr txBox="1">
            <a:spLocks/>
          </p:cNvSpPr>
          <p:nvPr/>
        </p:nvSpPr>
        <p:spPr>
          <a:xfrm>
            <a:off x="1524000" y="1271589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850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D41AC4-40F7-4FE0-8905-74C6698904F3}" type="slidenum">
              <a:rPr lang="en-US"/>
              <a:pPr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D72014-40AC-4338-9F73-5247E9F5503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3145971" y="3285691"/>
            <a:ext cx="6781800" cy="3343709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0F9B9FE-C83A-47EC-951E-F02E676D2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15963"/>
            <a:ext cx="3483429" cy="337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23038498-1E7A-450C-8C3C-035838A22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603285"/>
            <a:ext cx="6993194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Callout 1">
            <a:extLst>
              <a:ext uri="{FF2B5EF4-FFF2-40B4-BE49-F238E27FC236}">
                <a16:creationId xmlns:a16="http://schemas.microsoft.com/office/drawing/2014/main" id="{DE388E2C-8C6A-4161-9105-1FFAEF432C15}"/>
              </a:ext>
            </a:extLst>
          </p:cNvPr>
          <p:cNvSpPr/>
          <p:nvPr/>
        </p:nvSpPr>
        <p:spPr>
          <a:xfrm>
            <a:off x="7010401" y="3027360"/>
            <a:ext cx="3581400" cy="1654627"/>
          </a:xfrm>
          <a:prstGeom prst="wedgeEllipseCallout">
            <a:avLst>
              <a:gd name="adj1" fmla="val -50838"/>
              <a:gd name="adj2" fmla="val 4267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Rate of change is zero. Because things are reversed at this point. i.e., slope of horizontally oriented line is zero</a:t>
            </a:r>
          </a:p>
        </p:txBody>
      </p:sp>
      <p:sp>
        <p:nvSpPr>
          <p:cNvPr id="15" name="Oval Callout 9">
            <a:extLst>
              <a:ext uri="{FF2B5EF4-FFF2-40B4-BE49-F238E27FC236}">
                <a16:creationId xmlns:a16="http://schemas.microsoft.com/office/drawing/2014/main" id="{E5DA30B5-382E-4DBC-8B84-324654A32A7F}"/>
              </a:ext>
            </a:extLst>
          </p:cNvPr>
          <p:cNvSpPr/>
          <p:nvPr/>
        </p:nvSpPr>
        <p:spPr>
          <a:xfrm>
            <a:off x="7081422" y="97240"/>
            <a:ext cx="2748378" cy="995311"/>
          </a:xfrm>
          <a:prstGeom prst="wedgeEllipseCallout">
            <a:avLst>
              <a:gd name="adj1" fmla="val 52082"/>
              <a:gd name="adj2" fmla="val 10986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Average rate of changes is zero </a:t>
            </a:r>
          </a:p>
        </p:txBody>
      </p:sp>
    </p:spTree>
    <p:extLst>
      <p:ext uri="{BB962C8B-B14F-4D97-AF65-F5344CB8AC3E}">
        <p14:creationId xmlns:p14="http://schemas.microsoft.com/office/powerpoint/2010/main" val="309957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6648" y="7620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Derivative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69" y="1752600"/>
            <a:ext cx="8859603" cy="132588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581400"/>
            <a:ext cx="4557342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9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6648" y="7620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Derivative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600200" y="1545801"/>
                <a:ext cx="8991600" cy="1200329"/>
              </a:xfrm>
              <a:prstGeom prst="rect">
                <a:avLst/>
              </a:prstGeom>
              <a:ln w="1905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rgbClr val="0070C0"/>
                    </a:solidFill>
                    <a:latin typeface="Times-Roman"/>
                  </a:rPr>
                  <a:t>Example</a:t>
                </a:r>
                <a:r>
                  <a:rPr lang="en-US" sz="2400" b="1" u="sng" dirty="0">
                    <a:solidFill>
                      <a:srgbClr val="FF0000"/>
                    </a:solidFill>
                    <a:latin typeface="Times-Roman"/>
                  </a:rPr>
                  <a:t>:</a:t>
                </a:r>
                <a:r>
                  <a:rPr lang="en-US" sz="2400" dirty="0">
                    <a:solidFill>
                      <a:srgbClr val="FF0000"/>
                    </a:solidFill>
                    <a:latin typeface="Times-Roman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</a:rPr>
                  <a:t>Find the absolute minimum and absolute maximum values of</a:t>
                </a:r>
              </a:p>
              <a:p>
                <a:pPr algn="ctr"/>
                <a:endParaRPr lang="en-US" sz="2400" dirty="0">
                  <a:solidFill>
                    <a:srgbClr val="FF0000"/>
                  </a:solidFill>
                  <a:latin typeface="Times-Roman"/>
                </a:endParaRPr>
              </a:p>
              <a:p>
                <a:pPr algn="ctr"/>
                <a:r>
                  <a:rPr lang="en-US" sz="2400" dirty="0">
                    <a:solidFill>
                      <a:srgbClr val="FF0000"/>
                    </a:solidFill>
                    <a:latin typeface="Times-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		at [0,1]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1545801"/>
                <a:ext cx="8991600" cy="1200329"/>
              </a:xfrm>
              <a:prstGeom prst="rect">
                <a:avLst/>
              </a:prstGeom>
              <a:blipFill>
                <a:blip r:embed="rId2"/>
                <a:stretch>
                  <a:fillRect t="-4020" b="-10050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1600200" y="2895600"/>
                <a:ext cx="9525000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b="1" u="sng" dirty="0">
                    <a:solidFill>
                      <a:srgbClr val="7030A0"/>
                    </a:solidFill>
                  </a:rPr>
                  <a:t>Solution:</a:t>
                </a:r>
                <a:r>
                  <a:rPr lang="en-US" sz="22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)=−</m:t>
                    </m:r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+2.</m:t>
                    </m:r>
                  </m:oMath>
                </a14:m>
                <a:r>
                  <a:rPr lang="en-US" sz="2200" dirty="0"/>
                  <a:t> </a:t>
                </a:r>
                <a:endParaRPr lang="en-US" sz="22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′(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 = 0 </m:t>
                    </m:r>
                  </m:oMath>
                </a14:m>
                <a:r>
                  <a:rPr lang="en-US" sz="2200" dirty="0"/>
                  <a:t>when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+2=0, </m:t>
                    </m:r>
                  </m:oMath>
                </a14:m>
                <a:r>
                  <a:rPr lang="en-US" sz="2200" dirty="0"/>
                  <a:t>or, equivalently,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r>
                  <a:rPr lang="en-US" sz="2200" dirty="0"/>
                  <a:t>Taking the natural logarithm on both sides of the equation gives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⁡(</m:t>
                    </m:r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⁡(2) </m:t>
                    </m:r>
                  </m:oMath>
                </a14:m>
                <a:r>
                  <a:rPr lang="en-US" sz="2200" dirty="0"/>
                  <a:t>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⁡(2) ≈ 0.693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In the interval [0, 1], the absolute extrema must occur at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2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dirty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2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(1). </m:t>
                    </m:r>
                  </m:oMath>
                </a14:m>
                <a:endParaRPr lang="en-US" sz="2200" dirty="0"/>
              </a:p>
              <a:p>
                <a:r>
                  <a:rPr lang="en-US" sz="2200" dirty="0"/>
                  <a:t>Here,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(0)=1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dirty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2200" i="1" dirty="0">
                        <a:latin typeface="Cambria Math" panose="02040503050406030204" pitchFamily="18" charset="0"/>
                      </a:rPr>
                      <m:t>=2 </m:t>
                    </m:r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⁡(2)≈1.386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i="1" dirty="0">
                        <a:latin typeface="Cambria Math" panose="02040503050406030204" pitchFamily="18" charset="0"/>
                      </a:rPr>
                      <m:t>=4 −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≈ 1.2817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Thus, the absolute minimum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on [0, 1] is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(0) = 1 </m:t>
                    </m:r>
                  </m:oMath>
                </a14:m>
                <a:r>
                  <a:rPr lang="en-US" sz="2200" dirty="0"/>
                  <a:t>and the absolute</a:t>
                </a:r>
              </a:p>
              <a:p>
                <a:r>
                  <a:rPr lang="en-US" sz="2200" dirty="0"/>
                  <a:t>maximum is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⁡(2))=2</m:t>
                    </m:r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⁡(2).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895600"/>
                <a:ext cx="9525000" cy="3477875"/>
              </a:xfrm>
              <a:prstGeom prst="rect">
                <a:avLst/>
              </a:prstGeom>
              <a:blipFill>
                <a:blip r:embed="rId3"/>
                <a:stretch>
                  <a:fillRect l="-832" t="-1051" b="-2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4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6648" y="7620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Derivative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4893B9-44C6-44E2-9185-68C3BE87CC40}"/>
                  </a:ext>
                </a:extLst>
              </p:cNvPr>
              <p:cNvSpPr/>
              <p:nvPr/>
            </p:nvSpPr>
            <p:spPr>
              <a:xfrm>
                <a:off x="304800" y="1765477"/>
                <a:ext cx="5029200" cy="452431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% Set up the expression of function "y"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x = </a:t>
                </a:r>
                <a:r>
                  <a:rPr lang="en-US" altLang="en-US" dirty="0" err="1">
                    <a:solidFill>
                      <a:srgbClr val="000000"/>
                    </a:solidFill>
                    <a:latin typeface="Arial Unicode MS"/>
                  </a:rPr>
                  <a:t>sym</a:t>
                </a: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(‘x’)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y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)+2∗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;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% plot the graph of the function "y"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 err="1">
                    <a:solidFill>
                      <a:srgbClr val="000000"/>
                    </a:solidFill>
                    <a:latin typeface="Arial Unicode MS"/>
                  </a:rPr>
                  <a:t>ezplot</a:t>
                </a: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(y, [0,1]);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% compute the derivative of "y"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g=diff(y, x)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% compute the zeros of the equation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% g = 0; "g" is the derivative of "f".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%The solution is saved in </a:t>
                </a:r>
                <a:r>
                  <a:rPr lang="en-US" altLang="en-US" dirty="0" err="1">
                    <a:solidFill>
                      <a:srgbClr val="0070C0"/>
                    </a:solidFill>
                    <a:latin typeface="Arial Unicode MS"/>
                  </a:rPr>
                  <a:t>root_g</a:t>
                </a: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;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 err="1">
                    <a:solidFill>
                      <a:srgbClr val="000000"/>
                    </a:solidFill>
                    <a:latin typeface="Arial Unicode MS"/>
                  </a:rPr>
                  <a:t>root_g</a:t>
                </a: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 = </a:t>
                </a:r>
                <a:r>
                  <a:rPr lang="en-US" altLang="en-US" dirty="0" err="1">
                    <a:solidFill>
                      <a:srgbClr val="000000"/>
                    </a:solidFill>
                    <a:latin typeface="Arial Unicode MS"/>
                  </a:rPr>
                  <a:t>fzero</a:t>
                </a: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(char(g), [0, 1])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% evaluate the value of "y" at the point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% where x = </a:t>
                </a:r>
                <a:r>
                  <a:rPr lang="en-US" altLang="en-US" dirty="0" err="1">
                    <a:solidFill>
                      <a:srgbClr val="0070C0"/>
                    </a:solidFill>
                    <a:latin typeface="Arial Unicode MS"/>
                  </a:rPr>
                  <a:t>root_g</a:t>
                </a:r>
                <a:r>
                  <a:rPr lang="en-US" altLang="en-US" dirty="0">
                    <a:solidFill>
                      <a:srgbClr val="0070C0"/>
                    </a:solidFill>
                    <a:latin typeface="Arial Unicode MS"/>
                  </a:rPr>
                  <a:t>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out = subs(y, x, </a:t>
                </a:r>
                <a:r>
                  <a:rPr lang="en-US" altLang="en-US" dirty="0" err="1">
                    <a:solidFill>
                      <a:srgbClr val="000000"/>
                    </a:solidFill>
                    <a:latin typeface="Arial Unicode MS"/>
                  </a:rPr>
                  <a:t>root_g</a:t>
                </a: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)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left = subs(y,x,0)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Arial Unicode MS"/>
                  </a:rPr>
                  <a:t>right = subs(y,x,1)  </a:t>
                </a:r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4893B9-44C6-44E2-9185-68C3BE87C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765477"/>
                <a:ext cx="5029200" cy="4524315"/>
              </a:xfrm>
              <a:prstGeom prst="rect">
                <a:avLst/>
              </a:prstGeom>
              <a:blipFill>
                <a:blip r:embed="rId2"/>
                <a:stretch>
                  <a:fillRect l="-846" t="-538" b="-121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0E795FF-153D-4A82-A903-EC9DB681D278}"/>
              </a:ext>
            </a:extLst>
          </p:cNvPr>
          <p:cNvSpPr/>
          <p:nvPr/>
        </p:nvSpPr>
        <p:spPr>
          <a:xfrm>
            <a:off x="10210800" y="2743200"/>
            <a:ext cx="1828800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g = 2 - </a:t>
            </a:r>
            <a:r>
              <a:rPr lang="en-US" dirty="0" err="1"/>
              <a:t>exp</a:t>
            </a:r>
            <a:r>
              <a:rPr lang="en-US" dirty="0"/>
              <a:t>(x)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root_g</a:t>
            </a:r>
            <a:r>
              <a:rPr lang="en-US" dirty="0"/>
              <a:t> = 0.6931</a:t>
            </a:r>
          </a:p>
          <a:p>
            <a:endParaRPr lang="en-US" dirty="0"/>
          </a:p>
          <a:p>
            <a:r>
              <a:rPr lang="en-US" dirty="0"/>
              <a:t>out = 1.3863</a:t>
            </a:r>
          </a:p>
          <a:p>
            <a:endParaRPr lang="en-US" dirty="0"/>
          </a:p>
          <a:p>
            <a:r>
              <a:rPr lang="en-US" dirty="0"/>
              <a:t>left = 1</a:t>
            </a:r>
          </a:p>
          <a:p>
            <a:endParaRPr lang="en-US" dirty="0"/>
          </a:p>
          <a:p>
            <a:r>
              <a:rPr lang="en-US" dirty="0"/>
              <a:t>right = 1.2817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304169-8E94-4A66-B3C1-057070413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0" y="2743200"/>
            <a:ext cx="4575317" cy="34253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3659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6648" y="7620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IVT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434" y="1622425"/>
            <a:ext cx="8653566" cy="96012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C7411D02-BE3A-411C-AF23-A82704C62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716" y="2819401"/>
            <a:ext cx="8834885" cy="77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6E90A100-10F0-4EBE-88BE-F6E2C6D1E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091" y="3790829"/>
            <a:ext cx="4495800" cy="28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5DBD2A-8BBF-4B3B-8242-652BCB3EF79F}"/>
              </a:ext>
            </a:extLst>
          </p:cNvPr>
          <p:cNvSpPr txBox="1"/>
          <p:nvPr/>
        </p:nvSpPr>
        <p:spPr>
          <a:xfrm>
            <a:off x="7543800" y="4335146"/>
            <a:ext cx="3958085" cy="10156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Intermediate means anywhere between f(a) and f(b), i.e., it does not necessarily mean the mid-point.</a:t>
            </a:r>
          </a:p>
        </p:txBody>
      </p:sp>
    </p:spTree>
    <p:extLst>
      <p:ext uri="{BB962C8B-B14F-4D97-AF65-F5344CB8AC3E}">
        <p14:creationId xmlns:p14="http://schemas.microsoft.com/office/powerpoint/2010/main" val="411144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6648" y="7620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IVT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83503" y="1727453"/>
                <a:ext cx="10439400" cy="46583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:r>
                  <a:rPr lang="en-US" sz="2400" b="1" u="sng" dirty="0">
                    <a:solidFill>
                      <a:srgbClr val="0070C0"/>
                    </a:solidFill>
                  </a:rPr>
                  <a:t>Example:</a:t>
                </a:r>
                <a:r>
                  <a:rPr lang="en-US" sz="2400" dirty="0"/>
                  <a:t>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+ 3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−1=0 </m:t>
                    </m:r>
                  </m:oMath>
                </a14:m>
                <a:r>
                  <a:rPr lang="en-US" sz="2400" dirty="0"/>
                  <a:t>has a solution in the interval [0,1].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03" y="1727453"/>
                <a:ext cx="10439400" cy="465833"/>
              </a:xfrm>
              <a:prstGeom prst="rect">
                <a:avLst/>
              </a:prstGeom>
              <a:blipFill>
                <a:blip r:embed="rId2"/>
                <a:stretch>
                  <a:fillRect l="-58" t="-7595" b="-2658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83503" y="2514600"/>
                <a:ext cx="8944876" cy="2462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solidFill>
                      <a:srgbClr val="7030A0"/>
                    </a:solidFill>
                  </a:rPr>
                  <a:t>Solution:</a:t>
                </a:r>
                <a:r>
                  <a:rPr lang="en-US" sz="2200" dirty="0"/>
                  <a:t> Consider the function defined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+ 3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−1=0 </m:t>
                    </m:r>
                  </m:oMath>
                </a14:m>
                <a:r>
                  <a:rPr lang="en-US" sz="2200" dirty="0"/>
                  <a:t>. The function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is continuous on [0, 1]. 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In addition,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(0)=−1&lt;0 </m:t>
                    </m:r>
                  </m:oMath>
                </a14:m>
                <a:r>
                  <a:rPr lang="en-US" sz="2200" dirty="0"/>
                  <a:t>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(1)=1&gt;0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Hence, the Intermediate Value Theorem implies that a number c exists, with </a:t>
                </a:r>
              </a:p>
              <a:p>
                <a:r>
                  <a:rPr lang="en-US" sz="2200" dirty="0"/>
                  <a:t>0 &lt; c &lt; 1,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−1=0. 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03" y="2514600"/>
                <a:ext cx="8944876" cy="2462213"/>
              </a:xfrm>
              <a:prstGeom prst="rect">
                <a:avLst/>
              </a:prstGeom>
              <a:blipFill>
                <a:blip r:embed="rId3"/>
                <a:stretch>
                  <a:fillRect l="-886" t="-1737" b="-4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783503" y="5638800"/>
            <a:ext cx="1072269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/>
              <a:t>As seen in this example, the </a:t>
            </a:r>
            <a:r>
              <a:rPr lang="en-US" sz="2200" dirty="0">
                <a:solidFill>
                  <a:srgbClr val="D60093"/>
                </a:solidFill>
              </a:rPr>
              <a:t>Intermediate Value Theorem </a:t>
            </a:r>
            <a:r>
              <a:rPr lang="en-US" sz="2200" dirty="0"/>
              <a:t>is used to determine when </a:t>
            </a:r>
            <a:r>
              <a:rPr lang="en-US" sz="2200" dirty="0">
                <a:solidFill>
                  <a:srgbClr val="D60093"/>
                </a:solidFill>
              </a:rPr>
              <a:t>solutions to certain problems exist</a:t>
            </a:r>
            <a:r>
              <a:rPr lang="en-US" sz="2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2886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DC5B4-F007-47CE-9F58-B99AD018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2EF113-AD74-488C-9B89-7D62BE715B48}"/>
              </a:ext>
            </a:extLst>
          </p:cNvPr>
          <p:cNvSpPr txBox="1">
            <a:spLocks/>
          </p:cNvSpPr>
          <p:nvPr/>
        </p:nvSpPr>
        <p:spPr>
          <a:xfrm>
            <a:off x="1524000" y="1271589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850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D41AC4-40F7-4FE0-8905-74C6698904F3}" type="slidenum">
              <a:rPr lang="en-US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B1348D-0986-4779-BB13-3D3162D13AD7}"/>
                  </a:ext>
                </a:extLst>
              </p:cNvPr>
              <p:cNvSpPr/>
              <p:nvPr/>
            </p:nvSpPr>
            <p:spPr>
              <a:xfrm>
                <a:off x="196182" y="1698761"/>
                <a:ext cx="8950452" cy="4116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b="1" u="sng" dirty="0">
                    <a:solidFill>
                      <a:srgbClr val="00B0F0"/>
                    </a:solidFill>
                  </a:rPr>
                  <a:t>Example2:</a:t>
                </a:r>
                <a:r>
                  <a:rPr lang="en-US" sz="2000" dirty="0">
                    <a:solidFill>
                      <a:srgbClr val="00B0F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has a solution in the interval [0,1].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B1348D-0986-4779-BB13-3D3162D13A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82" y="1698761"/>
                <a:ext cx="8950452" cy="411651"/>
              </a:xfrm>
              <a:prstGeom prst="rect">
                <a:avLst/>
              </a:prstGeom>
              <a:blipFill>
                <a:blip r:embed="rId2"/>
                <a:stretch>
                  <a:fillRect l="-681" t="-5970" r="-545" b="-268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D917A97-CB85-4E82-A511-0B41CE2E3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205" y="3116412"/>
            <a:ext cx="2209800" cy="276225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19B8F6-6C49-4DCF-9C2C-5F855A5DA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116412"/>
            <a:ext cx="4313613" cy="198120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328061-5C09-4CE7-841B-8BBB8557C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83" y="3116412"/>
            <a:ext cx="4124325" cy="2638425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4427C6-AB6D-504F-B0CE-7FE7EF5A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124" y="156303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1.1 Review of Calculus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----</a:t>
            </a:r>
            <a:r>
              <a:rPr lang="en-US" sz="3600" dirty="0">
                <a:solidFill>
                  <a:srgbClr val="0070C0"/>
                </a:solidFill>
              </a:rPr>
              <a:t>IVT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15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1125200" cy="990600"/>
          </a:xfrm>
        </p:spPr>
        <p:txBody>
          <a:bodyPr/>
          <a:lstStyle/>
          <a:p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1.1 Review of Calculus </a:t>
            </a:r>
            <a:r>
              <a:rPr lang="en-US" dirty="0"/>
              <a:t>Taylor </a:t>
            </a:r>
            <a:r>
              <a:rPr lang="en-US" sz="3600" dirty="0">
                <a:solidFill>
                  <a:srgbClr val="0070C0"/>
                </a:solidFill>
              </a:rPr>
              <a:t>Polynomials and Series</a:t>
            </a:r>
            <a:br>
              <a:rPr lang="en-US" sz="3600" dirty="0">
                <a:solidFill>
                  <a:srgbClr val="0070C0"/>
                </a:solidFill>
              </a:rPr>
            </a:b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50CE22-FFE4-D1C1-1E7F-31CEF6522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35" y="1589967"/>
            <a:ext cx="11731964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l" rtl="0">
              <a:spcBef>
                <a:spcPct val="0"/>
              </a:spcBef>
              <a:spcAft>
                <a:spcPts val="18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Non-elementary functions such as </a:t>
            </a:r>
            <a:r>
              <a:rPr lang="en-US" sz="2200" b="1" dirty="0">
                <a:solidFill>
                  <a:srgbClr val="C00000"/>
                </a:solidFill>
                <a:latin typeface="+mj-lt"/>
              </a:rPr>
              <a:t>trigonometric, exponential, and others</a:t>
            </a:r>
            <a:r>
              <a:rPr lang="en-US" sz="2200" dirty="0">
                <a:latin typeface="+mj-lt"/>
              </a:rPr>
              <a:t> are expressed in an </a:t>
            </a:r>
            <a:r>
              <a:rPr lang="en-US" sz="2200" b="1" dirty="0">
                <a:solidFill>
                  <a:srgbClr val="C00000"/>
                </a:solidFill>
                <a:latin typeface="+mj-lt"/>
              </a:rPr>
              <a:t>approximate fashion </a:t>
            </a:r>
            <a:r>
              <a:rPr lang="en-US" sz="2200" dirty="0">
                <a:latin typeface="+mj-lt"/>
              </a:rPr>
              <a:t>using </a:t>
            </a:r>
            <a:r>
              <a:rPr lang="en-US" sz="2200" b="1" dirty="0">
                <a:solidFill>
                  <a:srgbClr val="2316D0"/>
                </a:solidFill>
                <a:latin typeface="+mj-lt"/>
              </a:rPr>
              <a:t>Taylor series </a:t>
            </a:r>
            <a:r>
              <a:rPr lang="en-US" sz="2200" dirty="0">
                <a:latin typeface="+mj-lt"/>
              </a:rPr>
              <a:t>when their values, derivatives, and integrals are computed.</a:t>
            </a:r>
          </a:p>
          <a:p>
            <a:pPr marL="342900" indent="-342900" algn="l" rtl="0">
              <a:spcBef>
                <a:spcPct val="0"/>
              </a:spcBef>
              <a:spcAft>
                <a:spcPts val="18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rgbClr val="FF0000"/>
                </a:solidFill>
                <a:latin typeface="+mj-lt"/>
              </a:rPr>
              <a:t>Taylor’s theorem </a:t>
            </a:r>
            <a:r>
              <a:rPr lang="en-US" altLang="en-US" sz="2200" dirty="0">
                <a:latin typeface="+mj-lt"/>
              </a:rPr>
              <a:t>states that </a:t>
            </a:r>
            <a:r>
              <a:rPr lang="en-US" altLang="en-US" sz="2200" b="1" dirty="0">
                <a:solidFill>
                  <a:srgbClr val="00B050"/>
                </a:solidFill>
                <a:latin typeface="+mj-lt"/>
              </a:rPr>
              <a:t>any smooth function </a:t>
            </a:r>
            <a:r>
              <a:rPr lang="en-US" altLang="en-US" sz="2200" dirty="0">
                <a:latin typeface="+mj-lt"/>
              </a:rPr>
              <a:t>can be approximated </a:t>
            </a:r>
            <a:r>
              <a:rPr lang="en-US" altLang="en-US" sz="2200" b="1" dirty="0">
                <a:solidFill>
                  <a:srgbClr val="00B050"/>
                </a:solidFill>
                <a:latin typeface="+mj-lt"/>
              </a:rPr>
              <a:t>as a polynomial</a:t>
            </a:r>
            <a:r>
              <a:rPr lang="en-US" altLang="en-US" sz="2200" dirty="0">
                <a:latin typeface="+mj-lt"/>
              </a:rPr>
              <a:t>.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687FB758-3E32-D955-D6EF-DBF4139E8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698" y="5429550"/>
            <a:ext cx="3511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FF"/>
                </a:solidFill>
              </a:rPr>
              <a:t>Maclaurin series  </a:t>
            </a:r>
            <a:r>
              <a:rPr lang="en-US" altLang="en-US" sz="1800" b="1" dirty="0"/>
              <a:t>( </a:t>
            </a:r>
            <a:r>
              <a:rPr lang="en-US" altLang="en-US" sz="1800" b="1" dirty="0">
                <a:solidFill>
                  <a:srgbClr val="2316D0"/>
                </a:solidFill>
              </a:rPr>
              <a:t>center is 0 </a:t>
            </a:r>
            <a:r>
              <a:rPr lang="en-US" altLang="en-US" sz="1800" b="1" dirty="0"/>
              <a:t>)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58F8970A-45BA-D9E9-B409-F16E38DC1072}"/>
              </a:ext>
            </a:extLst>
          </p:cNvPr>
          <p:cNvSpPr/>
          <p:nvPr/>
        </p:nvSpPr>
        <p:spPr>
          <a:xfrm>
            <a:off x="230807" y="5429550"/>
            <a:ext cx="11884993" cy="1352250"/>
          </a:xfrm>
          <a:prstGeom prst="roundRect">
            <a:avLst>
              <a:gd name="adj" fmla="val 6923"/>
            </a:avLst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BFBC1A-9584-69FA-F423-EF0A5E1E9203}"/>
              </a:ext>
            </a:extLst>
          </p:cNvPr>
          <p:cNvGrpSpPr/>
          <p:nvPr/>
        </p:nvGrpSpPr>
        <p:grpSpPr>
          <a:xfrm>
            <a:off x="223078" y="4660700"/>
            <a:ext cx="11740322" cy="640080"/>
            <a:chOff x="176541" y="4631052"/>
            <a:chExt cx="9442900" cy="64008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4CF637-614F-62DB-2320-D83DF9BAB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41" y="4751210"/>
              <a:ext cx="730229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200" dirty="0">
                  <a:latin typeface="+mj-lt"/>
                </a:rPr>
                <a:t>there exists a point </a:t>
              </a:r>
              <a:r>
                <a:rPr lang="en-US" altLang="en-US" sz="2200" b="1" i="1" dirty="0">
                  <a:solidFill>
                    <a:srgbClr val="FF0000"/>
                  </a:solidFill>
                  <a:latin typeface="+mj-lt"/>
                </a:rPr>
                <a:t>ξ </a:t>
              </a:r>
              <a:r>
                <a:rPr lang="en-US" altLang="en-US" sz="2200" b="1" dirty="0">
                  <a:solidFill>
                    <a:srgbClr val="FF0000"/>
                  </a:solidFill>
                  <a:latin typeface="+mj-lt"/>
                </a:rPr>
                <a:t>between </a:t>
              </a:r>
              <a:r>
                <a:rPr lang="en-US" altLang="en-US" sz="2200" b="1" i="1" dirty="0">
                  <a:solidFill>
                    <a:srgbClr val="FF0000"/>
                  </a:solidFill>
                  <a:latin typeface="+mj-lt"/>
                </a:rPr>
                <a:t>a </a:t>
              </a:r>
              <a:r>
                <a:rPr lang="en-US" altLang="en-US" sz="2200" b="1" dirty="0">
                  <a:solidFill>
                    <a:srgbClr val="FF0000"/>
                  </a:solidFill>
                  <a:latin typeface="+mj-lt"/>
                </a:rPr>
                <a:t>and </a:t>
              </a:r>
              <a:r>
                <a:rPr lang="en-US" altLang="en-US" sz="2200" b="1" i="1" dirty="0">
                  <a:solidFill>
                    <a:srgbClr val="FF0000"/>
                  </a:solidFill>
                  <a:latin typeface="+mj-lt"/>
                </a:rPr>
                <a:t>x </a:t>
              </a:r>
              <a:r>
                <a:rPr lang="en-US" altLang="en-US" sz="2200" dirty="0">
                  <a:latin typeface="+mj-lt"/>
                </a:rPr>
                <a:t>such that the </a:t>
              </a:r>
              <a:r>
                <a:rPr lang="en-US" altLang="en-US" sz="2200" b="1" dirty="0">
                  <a:solidFill>
                    <a:srgbClr val="008000"/>
                  </a:solidFill>
                  <a:latin typeface="+mj-lt"/>
                </a:rPr>
                <a:t>reminder, </a:t>
              </a:r>
              <a:r>
                <a:rPr lang="en-US" sz="2200" b="1" dirty="0">
                  <a:solidFill>
                    <a:srgbClr val="2316D0"/>
                  </a:solidFill>
                  <a:latin typeface="+mj-lt"/>
                </a:rPr>
                <a:t>truncation error</a:t>
              </a:r>
              <a:r>
                <a:rPr lang="en-US" sz="2200" b="1" dirty="0">
                  <a:solidFill>
                    <a:srgbClr val="C00000"/>
                  </a:solidFill>
                  <a:latin typeface="+mj-lt"/>
                </a:rPr>
                <a:t>,</a:t>
              </a:r>
              <a:r>
                <a:rPr lang="en-US" altLang="en-US" sz="2200" b="1" dirty="0">
                  <a:solidFill>
                    <a:srgbClr val="008000"/>
                  </a:solidFill>
                  <a:latin typeface="+mj-lt"/>
                </a:rPr>
                <a:t>  </a:t>
              </a:r>
              <a:r>
                <a:rPr lang="en-US" altLang="en-US" sz="2200" dirty="0">
                  <a:latin typeface="+mj-lt"/>
                </a:rPr>
                <a:t>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5E5BAFB-07F9-9C5A-93B4-E972FF318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1758" y="4631052"/>
              <a:ext cx="2267683" cy="640080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061FCDF-FD5D-735F-FF14-E8125E60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82" y="5908557"/>
            <a:ext cx="6155222" cy="73152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D79257D-B1AB-137C-33D1-22EBEEAFF229}"/>
              </a:ext>
            </a:extLst>
          </p:cNvPr>
          <p:cNvGrpSpPr/>
          <p:nvPr/>
        </p:nvGrpSpPr>
        <p:grpSpPr>
          <a:xfrm>
            <a:off x="6629400" y="5812090"/>
            <a:ext cx="5410199" cy="731520"/>
            <a:chOff x="6869759" y="5243721"/>
            <a:chExt cx="5410199" cy="7315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C3BEF11-40E9-E948-2EA5-D4BA1CF35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759" y="5484452"/>
              <a:ext cx="54101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dirty="0">
                  <a:latin typeface="RMTMI"/>
                </a:rPr>
                <a:t>where </a:t>
              </a:r>
              <a:r>
                <a:rPr lang="en-US" altLang="en-US" i="1" dirty="0">
                  <a:latin typeface="RMTMI"/>
                </a:rPr>
                <a:t>                                          with ξ </a:t>
              </a:r>
              <a:r>
                <a:rPr lang="en-US" altLang="en-US" dirty="0">
                  <a:latin typeface="Times New Roman" panose="02020603050405020304" pitchFamily="18" charset="0"/>
                </a:rPr>
                <a:t>between </a:t>
              </a:r>
              <a:r>
                <a:rPr lang="en-US" altLang="en-US" i="1" dirty="0">
                  <a:latin typeface="Times New Roman" panose="02020603050405020304" pitchFamily="18" charset="0"/>
                </a:rPr>
                <a:t>0 </a:t>
              </a:r>
              <a:r>
                <a:rPr lang="en-US" altLang="en-US" dirty="0">
                  <a:latin typeface="Times New Roman" panose="02020603050405020304" pitchFamily="18" charset="0"/>
                </a:rPr>
                <a:t>and </a:t>
              </a:r>
              <a:r>
                <a:rPr lang="en-US" altLang="en-US" i="1" dirty="0">
                  <a:latin typeface="Times New Roman" panose="02020603050405020304" pitchFamily="18" charset="0"/>
                </a:rPr>
                <a:t>x </a:t>
              </a:r>
              <a:endParaRPr lang="en-US" altLang="en-US" dirty="0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84134D2-C8D9-371C-5D7E-4DA9C3BD49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430"/>
            <a:stretch/>
          </p:blipFill>
          <p:spPr>
            <a:xfrm>
              <a:off x="7690694" y="5243721"/>
              <a:ext cx="2008409" cy="73152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78D961-43FC-B017-3ECA-35A3EF24158A}"/>
              </a:ext>
            </a:extLst>
          </p:cNvPr>
          <p:cNvGrpSpPr/>
          <p:nvPr/>
        </p:nvGrpSpPr>
        <p:grpSpPr>
          <a:xfrm>
            <a:off x="228602" y="3174867"/>
            <a:ext cx="11887198" cy="2151849"/>
            <a:chOff x="276582" y="3174867"/>
            <a:chExt cx="11645279" cy="2151849"/>
          </a:xfrm>
        </p:grpSpPr>
        <p:sp>
          <p:nvSpPr>
            <p:cNvPr id="3" name="Rectangle 16">
              <a:extLst>
                <a:ext uri="{FF2B5EF4-FFF2-40B4-BE49-F238E27FC236}">
                  <a16:creationId xmlns:a16="http://schemas.microsoft.com/office/drawing/2014/main" id="{F476951E-05B7-41E3-FACF-B0697405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20" y="3247738"/>
              <a:ext cx="31305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00FF"/>
                  </a:solidFill>
                </a:rPr>
                <a:t>Taylor series  </a:t>
              </a:r>
              <a:r>
                <a:rPr lang="en-US" altLang="en-US" sz="1800" b="1" dirty="0">
                  <a:solidFill>
                    <a:srgbClr val="2316D0"/>
                  </a:solidFill>
                </a:rPr>
                <a:t>( center is a </a:t>
              </a:r>
              <a:r>
                <a:rPr lang="en-US" altLang="en-US" sz="1800" b="1" dirty="0"/>
                <a:t>)</a:t>
              </a:r>
            </a:p>
          </p:txBody>
        </p:sp>
        <p:sp>
          <p:nvSpPr>
            <p:cNvPr id="4" name="Rounded Rectangle 17">
              <a:extLst>
                <a:ext uri="{FF2B5EF4-FFF2-40B4-BE49-F238E27FC236}">
                  <a16:creationId xmlns:a16="http://schemas.microsoft.com/office/drawing/2014/main" id="{1FF49B3F-4ED0-7819-BAD4-05AFA35BC340}"/>
                </a:ext>
              </a:extLst>
            </p:cNvPr>
            <p:cNvSpPr/>
            <p:nvPr/>
          </p:nvSpPr>
          <p:spPr>
            <a:xfrm>
              <a:off x="276582" y="3174867"/>
              <a:ext cx="11645279" cy="2151849"/>
            </a:xfrm>
            <a:prstGeom prst="roundRect">
              <a:avLst>
                <a:gd name="adj" fmla="val 6923"/>
              </a:avLst>
            </a:prstGeom>
            <a:noFill/>
            <a:ln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D0B1E5B-06C5-591E-3408-B91C7F984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690" y="3598538"/>
              <a:ext cx="1144111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200" dirty="0">
                  <a:latin typeface="+mj-lt"/>
                </a:rPr>
                <a:t>If the function </a:t>
              </a:r>
              <a:r>
                <a:rPr lang="en-US" altLang="en-US" sz="2200" b="1" i="1" dirty="0">
                  <a:solidFill>
                    <a:srgbClr val="FF0000"/>
                  </a:solidFill>
                  <a:latin typeface="+mj-lt"/>
                </a:rPr>
                <a:t>f </a:t>
              </a:r>
              <a:r>
                <a:rPr lang="en-US" altLang="en-US" sz="2200" b="1" dirty="0">
                  <a:solidFill>
                    <a:srgbClr val="FF0000"/>
                  </a:solidFill>
                  <a:latin typeface="+mj-lt"/>
                </a:rPr>
                <a:t>and its first </a:t>
              </a:r>
              <a:r>
                <a:rPr lang="en-US" altLang="en-US" sz="2200" b="1" i="1" dirty="0">
                  <a:solidFill>
                    <a:srgbClr val="FF0000"/>
                  </a:solidFill>
                  <a:latin typeface="+mj-lt"/>
                </a:rPr>
                <a:t>n </a:t>
              </a:r>
              <a:r>
                <a:rPr lang="en-US" altLang="en-US" sz="2200" b="1" dirty="0">
                  <a:solidFill>
                    <a:srgbClr val="FF0000"/>
                  </a:solidFill>
                  <a:latin typeface="+mj-lt"/>
                </a:rPr>
                <a:t>+ 1 derivatives are continuous </a:t>
              </a:r>
              <a:r>
                <a:rPr lang="en-US" altLang="en-US" sz="2200" dirty="0">
                  <a:latin typeface="+mj-lt"/>
                </a:rPr>
                <a:t>on an interval containing </a:t>
              </a:r>
              <a:r>
                <a:rPr lang="en-US" altLang="en-US" sz="2200" i="1" dirty="0">
                  <a:latin typeface="+mj-lt"/>
                </a:rPr>
                <a:t>a </a:t>
              </a:r>
              <a:r>
                <a:rPr lang="en-US" altLang="en-US" sz="2200" dirty="0">
                  <a:latin typeface="+mj-lt"/>
                </a:rPr>
                <a:t>and </a:t>
              </a:r>
              <a:r>
                <a:rPr lang="en-US" altLang="en-US" sz="2200" i="1" dirty="0">
                  <a:latin typeface="+mj-lt"/>
                </a:rPr>
                <a:t>x</a:t>
              </a:r>
              <a:r>
                <a:rPr lang="en-US" altLang="en-US" sz="2200" dirty="0">
                  <a:latin typeface="+mj-lt"/>
                </a:rPr>
                <a:t>,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4370C54-72F1-1E3F-82C1-57C6E0ED8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7786" y="3979563"/>
              <a:ext cx="7411455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709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9DA6A-CDA4-181A-65B9-DB1FC434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 descr="Graph of f(x) against x shows four curves depicting variation of f(x) with x.">
            <a:extLst>
              <a:ext uri="{FF2B5EF4-FFF2-40B4-BE49-F238E27FC236}">
                <a16:creationId xmlns:a16="http://schemas.microsoft.com/office/drawing/2014/main" id="{016DE142-7F24-F500-7CAB-C6EB2705D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44493" y="955429"/>
            <a:ext cx="6303014" cy="3657600"/>
          </a:xfrm>
          <a:prstGeom prst="rect">
            <a:avLst/>
          </a:prstGeom>
          <a:noFill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708A688-9B72-E01A-8262-2C33C92F5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5863"/>
            <a:ext cx="10871200" cy="990600"/>
          </a:xfrm>
        </p:spPr>
        <p:txBody>
          <a:bodyPr/>
          <a:lstStyle/>
          <a:p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1.1 Review of Calculus </a:t>
            </a:r>
            <a:r>
              <a:rPr lang="en-US" sz="3200" dirty="0">
                <a:solidFill>
                  <a:srgbClr val="0070C0"/>
                </a:solidFill>
              </a:rPr>
              <a:t>Taylor Polynomials and Series</a:t>
            </a:r>
            <a:br>
              <a:rPr lang="en-US" sz="3600" dirty="0">
                <a:solidFill>
                  <a:srgbClr val="0070C0"/>
                </a:solidFill>
              </a:rPr>
            </a:b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07AEB5-37EE-79B4-2212-1BB97CB09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4613029"/>
            <a:ext cx="6594993" cy="4754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261051-0C9E-85DA-9461-23BB26A3BDDE}"/>
              </a:ext>
            </a:extLst>
          </p:cNvPr>
          <p:cNvSpPr txBox="1"/>
          <p:nvPr/>
        </p:nvSpPr>
        <p:spPr>
          <a:xfrm>
            <a:off x="1485900" y="5265747"/>
            <a:ext cx="9220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1800" b="0" i="0" u="none" strike="noStrike" baseline="0" dirty="0">
                <a:latin typeface="STIXMathJax_Main-Regular"/>
              </a:rPr>
              <a:t>In general, the </a:t>
            </a:r>
            <a:r>
              <a:rPr lang="en-GB" sz="1800" b="0" i="1" u="none" strike="noStrike" baseline="0" dirty="0">
                <a:solidFill>
                  <a:srgbClr val="D60093"/>
                </a:solidFill>
                <a:latin typeface="STIXMathJax_Main-Italic"/>
              </a:rPr>
              <a:t>n</a:t>
            </a:r>
            <a:r>
              <a:rPr lang="en-GB" sz="1800" b="0" i="0" u="none" strike="noStrike" baseline="0" dirty="0">
                <a:solidFill>
                  <a:srgbClr val="D60093"/>
                </a:solidFill>
                <a:latin typeface="STIXMathJax_Main-Regular"/>
              </a:rPr>
              <a:t>th-order Taylor series </a:t>
            </a:r>
            <a:r>
              <a:rPr lang="en-GB" sz="1800" b="0" i="0" u="none" strike="noStrike" baseline="0" dirty="0">
                <a:latin typeface="STIXMathJax_Main-Regular"/>
              </a:rPr>
              <a:t>expansion will be </a:t>
            </a:r>
            <a:r>
              <a:rPr lang="en-GB" sz="1800" b="0" i="0" u="none" strike="noStrike" baseline="0" dirty="0">
                <a:solidFill>
                  <a:srgbClr val="D60093"/>
                </a:solidFill>
                <a:latin typeface="STIXMathJax_Main-Regular"/>
              </a:rPr>
              <a:t>exact </a:t>
            </a:r>
            <a:r>
              <a:rPr lang="en-GB" sz="1800" b="0" i="0" u="none" strike="noStrike" baseline="0" dirty="0">
                <a:latin typeface="STIXMathJax_Main-Regular"/>
              </a:rPr>
              <a:t>for an </a:t>
            </a:r>
            <a:r>
              <a:rPr lang="en-GB" sz="1800" b="0" i="1" u="none" strike="noStrike" baseline="0" dirty="0">
                <a:solidFill>
                  <a:srgbClr val="D60093"/>
                </a:solidFill>
                <a:latin typeface="STIXMathJax_Main-Italic"/>
              </a:rPr>
              <a:t>n</a:t>
            </a:r>
            <a:r>
              <a:rPr lang="en-GB" sz="1800" b="0" i="0" u="none" strike="noStrike" baseline="0" dirty="0">
                <a:solidFill>
                  <a:srgbClr val="D60093"/>
                </a:solidFill>
                <a:latin typeface="STIXMathJax_Main-Regular"/>
              </a:rPr>
              <a:t>th-order polynomial</a:t>
            </a:r>
            <a:r>
              <a:rPr lang="en-GB" sz="1800" b="0" i="0" u="none" strike="noStrike" baseline="0" dirty="0">
                <a:latin typeface="STIXMathJax_Main-Regular"/>
              </a:rPr>
              <a:t>.</a:t>
            </a:r>
          </a:p>
          <a:p>
            <a:pPr marL="285750" indent="-285750" algn="l"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dirty="0"/>
              <a:t>For other differentiable and continuous functions, such as </a:t>
            </a:r>
            <a:r>
              <a:rPr lang="en-GB" b="1" dirty="0">
                <a:solidFill>
                  <a:srgbClr val="00B050"/>
                </a:solidFill>
              </a:rPr>
              <a:t>exponentials and sinusoids</a:t>
            </a:r>
            <a:r>
              <a:rPr lang="en-GB" dirty="0"/>
              <a:t>, a </a:t>
            </a:r>
            <a:r>
              <a:rPr lang="en-GB" b="1" dirty="0">
                <a:solidFill>
                  <a:srgbClr val="00B050"/>
                </a:solidFill>
              </a:rPr>
              <a:t>finite</a:t>
            </a:r>
            <a:r>
              <a:rPr lang="en-GB" dirty="0"/>
              <a:t> number of terms will </a:t>
            </a:r>
            <a:r>
              <a:rPr lang="en-GB" b="1" dirty="0">
                <a:solidFill>
                  <a:srgbClr val="00B050"/>
                </a:solidFill>
              </a:rPr>
              <a:t>not yield an exact </a:t>
            </a:r>
            <a:r>
              <a:rPr lang="en-GB" dirty="0"/>
              <a:t>estimate.</a:t>
            </a:r>
          </a:p>
          <a:p>
            <a:pPr marL="285750" indent="-285750" algn="l"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dirty="0"/>
              <a:t>Each </a:t>
            </a:r>
            <a:r>
              <a:rPr lang="en-GB" b="1" dirty="0">
                <a:solidFill>
                  <a:srgbClr val="D60093"/>
                </a:solidFill>
              </a:rPr>
              <a:t>additional term </a:t>
            </a:r>
            <a:r>
              <a:rPr lang="en-GB" dirty="0"/>
              <a:t>will </a:t>
            </a:r>
            <a:r>
              <a:rPr lang="en-GB" b="1" dirty="0">
                <a:solidFill>
                  <a:srgbClr val="D60093"/>
                </a:solidFill>
              </a:rPr>
              <a:t>contribute</a:t>
            </a:r>
            <a:r>
              <a:rPr lang="en-GB" dirty="0"/>
              <a:t> some </a:t>
            </a:r>
            <a:r>
              <a:rPr lang="en-GB" b="1" dirty="0">
                <a:solidFill>
                  <a:srgbClr val="D60093"/>
                </a:solidFill>
              </a:rPr>
              <a:t>improvement</a:t>
            </a:r>
            <a:r>
              <a:rPr lang="en-GB" dirty="0"/>
              <a:t>, however slight, to the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92922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B1BF2-DA42-0790-A5E2-2B1B8FED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B2CAD33-C4A2-B80C-BE7D-90A577C45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8" t="5064" r="3916" b="3797"/>
          <a:stretch/>
        </p:blipFill>
        <p:spPr bwMode="auto">
          <a:xfrm>
            <a:off x="654389" y="2894438"/>
            <a:ext cx="5225829" cy="384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A17B4EC-2210-DE04-E235-0725536D3B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8" t="5032" r="7710" b="5660"/>
          <a:stretch/>
        </p:blipFill>
        <p:spPr>
          <a:xfrm>
            <a:off x="6873941" y="2894438"/>
            <a:ext cx="4814123" cy="3840480"/>
          </a:xfrm>
          <a:noFill/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D772A87-9A74-D829-3D01-8C9272460496}"/>
              </a:ext>
            </a:extLst>
          </p:cNvPr>
          <p:cNvGrpSpPr/>
          <p:nvPr/>
        </p:nvGrpSpPr>
        <p:grpSpPr>
          <a:xfrm>
            <a:off x="6510921" y="1516064"/>
            <a:ext cx="5410200" cy="1164079"/>
            <a:chOff x="6553200" y="5562600"/>
            <a:chExt cx="5410200" cy="11640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5">
                  <a:extLst>
                    <a:ext uri="{FF2B5EF4-FFF2-40B4-BE49-F238E27FC236}">
                      <a16:creationId xmlns:a16="http://schemas.microsoft.com/office/drawing/2014/main" id="{E0EF6AB6-1323-62BA-78AC-CE42FD841C5B}"/>
                    </a:ext>
                  </a:extLst>
                </p:cNvPr>
                <p:cNvSpPr txBox="1"/>
                <p:nvPr/>
              </p:nvSpPr>
              <p:spPr bwMode="auto">
                <a:xfrm>
                  <a:off x="6553200" y="5562600"/>
                  <a:ext cx="5410200" cy="3476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Maclaurin</m:t>
                        </m:r>
                        <m:r>
                          <m:rPr>
                            <m:nor/>
                          </m:rP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series</m:t>
                        </m:r>
                        <m:r>
                          <m:rPr>
                            <m:nor/>
                          </m:rP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expansion</m:t>
                        </m:r>
                        <m:r>
                          <m:rPr>
                            <m:nor/>
                          </m:rP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unc>
                          <m:funcPr>
                            <m:ctrlPr>
                              <a:rPr lang="en-GB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GB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0" name="Object 5">
                  <a:extLst>
                    <a:ext uri="{FF2B5EF4-FFF2-40B4-BE49-F238E27FC236}">
                      <a16:creationId xmlns:a16="http://schemas.microsoft.com/office/drawing/2014/main" id="{E0EF6AB6-1323-62BA-78AC-CE42FD841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53200" y="5562600"/>
                  <a:ext cx="5410200" cy="347663"/>
                </a:xfrm>
                <a:prstGeom prst="rect">
                  <a:avLst/>
                </a:prstGeom>
                <a:blipFill>
                  <a:blip r:embed="rId4"/>
                  <a:stretch>
                    <a:fillRect b="-3157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4">
                  <a:extLst>
                    <a:ext uri="{FF2B5EF4-FFF2-40B4-BE49-F238E27FC236}">
                      <a16:creationId xmlns:a16="http://schemas.microsoft.com/office/drawing/2014/main" id="{5999038B-99BC-7667-DE34-06DE90D1DDC4}"/>
                    </a:ext>
                  </a:extLst>
                </p:cNvPr>
                <p:cNvSpPr txBox="1"/>
                <p:nvPr/>
              </p:nvSpPr>
              <p:spPr bwMode="auto">
                <a:xfrm>
                  <a:off x="6655511" y="5910263"/>
                  <a:ext cx="5117212" cy="8164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GB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nary>
                          <m:naryPr>
                            <m:chr m:val="∑"/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GB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3!</m:t>
                            </m:r>
                          </m:den>
                        </m:f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5!</m:t>
                            </m:r>
                          </m:den>
                        </m:f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7!</m:t>
                            </m:r>
                          </m:den>
                        </m:f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+....</m:t>
                        </m:r>
                      </m:oMath>
                    </m:oMathPara>
                  </a14:m>
                  <a:endParaRPr lang="en-GB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Object 4">
                  <a:extLst>
                    <a:ext uri="{FF2B5EF4-FFF2-40B4-BE49-F238E27FC236}">
                      <a16:creationId xmlns:a16="http://schemas.microsoft.com/office/drawing/2014/main" id="{5999038B-99BC-7667-DE34-06DE90D1D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55511" y="5910263"/>
                  <a:ext cx="5117212" cy="81641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E7A52B-2DD8-C744-ABF4-72D9E9183480}"/>
              </a:ext>
            </a:extLst>
          </p:cNvPr>
          <p:cNvGrpSpPr/>
          <p:nvPr/>
        </p:nvGrpSpPr>
        <p:grpSpPr>
          <a:xfrm>
            <a:off x="537465" y="1542469"/>
            <a:ext cx="5714999" cy="1321106"/>
            <a:chOff x="228600" y="5514577"/>
            <a:chExt cx="5714999" cy="13211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B6234EE-241F-F5A8-1887-D67837DCB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5071"/>
            <a:stretch/>
          </p:blipFill>
          <p:spPr>
            <a:xfrm>
              <a:off x="345524" y="5514577"/>
              <a:ext cx="4588955" cy="395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4">
                  <a:extLst>
                    <a:ext uri="{FF2B5EF4-FFF2-40B4-BE49-F238E27FC236}">
                      <a16:creationId xmlns:a16="http://schemas.microsoft.com/office/drawing/2014/main" id="{D85CCDCA-74BA-A17D-C2A0-547EF00BFCAD}"/>
                    </a:ext>
                  </a:extLst>
                </p:cNvPr>
                <p:cNvSpPr txBox="1"/>
                <p:nvPr/>
              </p:nvSpPr>
              <p:spPr bwMode="auto">
                <a:xfrm>
                  <a:off x="228600" y="5939571"/>
                  <a:ext cx="5714999" cy="8961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GB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GB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(0)</m:t>
                            </m:r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  <m:r>
                          <a:rPr lang="en-GB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GB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  <m:r>
                          <a:rPr lang="en-GB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=1+</m:t>
                        </m:r>
                        <m:r>
                          <a:rPr lang="en-GB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en-GB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3!</m:t>
                            </m:r>
                          </m:den>
                        </m:f>
                        <m:r>
                          <a:rPr lang="en-GB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+...</m:t>
                        </m:r>
                      </m:oMath>
                    </m:oMathPara>
                  </a14:m>
                  <a:br>
                    <a:rPr lang="en-GB" i="1" dirty="0">
                      <a:solidFill>
                        <a:srgbClr val="00FFCC"/>
                      </a:solidFill>
                      <a:latin typeface="Cambria Math" panose="02040503050406030204" pitchFamily="18" charset="0"/>
                    </a:rPr>
                  </a:br>
                  <a:endParaRPr lang="en-GB" dirty="0">
                    <a:solidFill>
                      <a:srgbClr val="00FFCC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Object 4">
                  <a:extLst>
                    <a:ext uri="{FF2B5EF4-FFF2-40B4-BE49-F238E27FC236}">
                      <a16:creationId xmlns:a16="http://schemas.microsoft.com/office/drawing/2014/main" id="{D85CCDCA-74BA-A17D-C2A0-547EF00BF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8600" y="5939571"/>
                  <a:ext cx="5714999" cy="89611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F6A740C6-4F6C-05D1-B9E7-6C5A821C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5863"/>
            <a:ext cx="10871200" cy="990600"/>
          </a:xfrm>
        </p:spPr>
        <p:txBody>
          <a:bodyPr/>
          <a:lstStyle/>
          <a:p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1.1 Review of Calculus </a:t>
            </a:r>
            <a:r>
              <a:rPr lang="en-US" sz="3200" dirty="0">
                <a:solidFill>
                  <a:srgbClr val="0070C0"/>
                </a:solidFill>
              </a:rPr>
              <a:t>Taylor Polynomials and Series</a:t>
            </a:r>
            <a:br>
              <a:rPr lang="en-US" sz="3600" dirty="0">
                <a:solidFill>
                  <a:srgbClr val="0070C0"/>
                </a:solidFill>
              </a:rPr>
            </a:b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95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6200"/>
            <a:ext cx="8153400" cy="990600"/>
          </a:xfrm>
        </p:spPr>
        <p:txBody>
          <a:bodyPr/>
          <a:lstStyle/>
          <a:p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1.1 Review of Calculus </a:t>
            </a:r>
            <a:r>
              <a:rPr lang="en-US" dirty="0"/>
              <a:t>Taylor </a:t>
            </a:r>
            <a:r>
              <a:rPr lang="en-US" sz="3600" dirty="0">
                <a:solidFill>
                  <a:srgbClr val="0070C0"/>
                </a:solidFill>
              </a:rPr>
              <a:t>Polynomials and Series</a:t>
            </a:r>
            <a:br>
              <a:rPr lang="en-US" sz="3600" dirty="0">
                <a:solidFill>
                  <a:srgbClr val="0070C0"/>
                </a:solidFill>
              </a:rPr>
            </a:b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790700" y="1539896"/>
                <a:ext cx="9791700" cy="14619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300" b="1" u="sng" dirty="0">
                    <a:solidFill>
                      <a:srgbClr val="0070C0"/>
                    </a:solidFill>
                    <a:latin typeface="+mj-lt"/>
                  </a:rPr>
                  <a:t>Example:</a:t>
                </a:r>
                <a:r>
                  <a:rPr lang="en-US" sz="2300" dirty="0">
                    <a:latin typeface="+mj-lt"/>
                  </a:rPr>
                  <a:t> Let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 dirty="0" err="1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3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3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3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3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300" dirty="0">
                    <a:latin typeface="+mj-lt"/>
                  </a:rPr>
                  <a:t>.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300" b="1" dirty="0">
                    <a:solidFill>
                      <a:srgbClr val="00B0F0"/>
                    </a:solidFill>
                    <a:latin typeface="+mj-lt"/>
                  </a:rPr>
                  <a:t>	Part 1:  </a:t>
                </a:r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a) </a:t>
                </a:r>
                <a:r>
                  <a:rPr lang="en-US" sz="2300" dirty="0">
                    <a:solidFill>
                      <a:srgbClr val="FF0000"/>
                    </a:solidFill>
                  </a:rPr>
                  <a:t>Determine </a:t>
                </a:r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the second Taylor polynomial for f about x</a:t>
                </a:r>
                <a:r>
                  <a:rPr lang="en-US" sz="2300" baseline="-25000" dirty="0">
                    <a:solidFill>
                      <a:srgbClr val="FF0000"/>
                    </a:solidFill>
                    <a:latin typeface="+mj-lt"/>
                  </a:rPr>
                  <a:t>0</a:t>
                </a:r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;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300" dirty="0">
                    <a:solidFill>
                      <a:srgbClr val="FF0000"/>
                    </a:solidFill>
                  </a:rPr>
                  <a:t>		b) Determine </a:t>
                </a:r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the third Taylor polynomial for f about x</a:t>
                </a:r>
                <a:r>
                  <a:rPr lang="en-US" sz="2300" baseline="-25000" dirty="0">
                    <a:solidFill>
                      <a:srgbClr val="FF0000"/>
                    </a:solidFill>
                    <a:latin typeface="+mj-lt"/>
                  </a:rPr>
                  <a:t>0</a:t>
                </a:r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1539896"/>
                <a:ext cx="9791700" cy="1461939"/>
              </a:xfrm>
              <a:prstGeom prst="rect">
                <a:avLst/>
              </a:prstGeom>
              <a:blipFill>
                <a:blip r:embed="rId2"/>
                <a:stretch>
                  <a:fillRect l="-934" t="-3766" b="-8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524000" y="3775260"/>
            <a:ext cx="89916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syms</a:t>
            </a: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f=cos(x);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Taylor2 = </a:t>
            </a:r>
            <a:r>
              <a:rPr lang="en-US" altLang="en-US" sz="2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taylor</a:t>
            </a: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(f,‘ExpansionPoint’,0,‘order’,2)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Taylor3 = </a:t>
            </a:r>
            <a:r>
              <a:rPr lang="en-US" altLang="en-US" sz="2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taylor</a:t>
            </a: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(f,‘ExpansionPoint’,0,‘order’,3)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7110" y="5605845"/>
            <a:ext cx="377218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Taylor2 = 1 </a:t>
            </a:r>
          </a:p>
          <a:p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Taylor3 = 1 - x^2/2</a:t>
            </a:r>
            <a:r>
              <a:rPr lang="en-US" altLang="en-US" sz="2400" dirty="0"/>
              <a:t> </a:t>
            </a:r>
            <a:endParaRPr lang="en-US" sz="2400" dirty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09600" y="3122452"/>
            <a:ext cx="50405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u="sng" dirty="0" err="1">
                <a:solidFill>
                  <a:srgbClr val="7030A0"/>
                </a:solidFill>
                <a:latin typeface="Arial Unicode MS"/>
              </a:rPr>
              <a:t>MatLab</a:t>
            </a:r>
            <a:r>
              <a:rPr lang="en-US" altLang="en-US" sz="2400" b="1" u="sng" dirty="0">
                <a:solidFill>
                  <a:srgbClr val="7030A0"/>
                </a:solidFill>
                <a:latin typeface="Arial Unicode MS"/>
              </a:rPr>
              <a:t> code for Taylor polynomial 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4586" y="5728956"/>
            <a:ext cx="42486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</a:rPr>
              <a:t>“</a:t>
            </a:r>
            <a:r>
              <a:rPr lang="en-US" sz="2000" b="1" dirty="0" err="1">
                <a:solidFill>
                  <a:srgbClr val="C00000"/>
                </a:solidFill>
              </a:rPr>
              <a:t>taylor</a:t>
            </a:r>
            <a:r>
              <a:rPr lang="en-US" sz="2000" b="1" dirty="0">
                <a:solidFill>
                  <a:srgbClr val="C00000"/>
                </a:solidFill>
              </a:rPr>
              <a:t>”</a:t>
            </a:r>
            <a:r>
              <a:rPr lang="en-US" sz="2000" dirty="0"/>
              <a:t> computes the Taylor series approximation with the order n – 1.</a:t>
            </a:r>
          </a:p>
        </p:txBody>
      </p:sp>
    </p:spTree>
    <p:extLst>
      <p:ext uri="{BB962C8B-B14F-4D97-AF65-F5344CB8AC3E}">
        <p14:creationId xmlns:p14="http://schemas.microsoft.com/office/powerpoint/2010/main" val="298342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9316B-BEBF-4A5A-8C84-FD531FE0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E767B0-A104-4E80-ABA8-C8059BC04C47}"/>
                  </a:ext>
                </a:extLst>
              </p:cNvPr>
              <p:cNvSpPr/>
              <p:nvPr/>
            </p:nvSpPr>
            <p:spPr>
              <a:xfrm>
                <a:off x="352490" y="7776"/>
                <a:ext cx="11077510" cy="1096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b="1" u="sng" dirty="0">
                    <a:solidFill>
                      <a:srgbClr val="0070C0"/>
                    </a:solidFill>
                    <a:latin typeface="+mj-lt"/>
                  </a:rPr>
                  <a:t>Example:</a:t>
                </a:r>
                <a:r>
                  <a:rPr lang="en-US" sz="2300" dirty="0">
                    <a:latin typeface="+mj-lt"/>
                  </a:rPr>
                  <a:t> Let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 dirty="0" err="1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3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3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3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3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300" dirty="0">
                    <a:latin typeface="+mj-lt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Part 2: Find the upper bound for the error |</a:t>
                </a:r>
                <a14:m>
                  <m:oMath xmlns:m="http://schemas.openxmlformats.org/officeDocument/2006/math">
                    <m:r>
                      <a:rPr lang="en-US" sz="23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0.01</m:t>
                        </m:r>
                      </m:e>
                    </m:d>
                    <m:r>
                      <a:rPr lang="en-US" sz="23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3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(0.01)|</m:t>
                    </m:r>
                  </m:oMath>
                </a14:m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 using the error formula.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E767B0-A104-4E80-ABA8-C8059BC04C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90" y="7776"/>
                <a:ext cx="11077510" cy="1096647"/>
              </a:xfrm>
              <a:prstGeom prst="rect">
                <a:avLst/>
              </a:prstGeom>
              <a:blipFill>
                <a:blip r:embed="rId2"/>
                <a:stretch>
                  <a:fillRect l="-82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717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9316B-BEBF-4A5A-8C84-FD531FE0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E767B0-A104-4E80-ABA8-C8059BC04C47}"/>
                  </a:ext>
                </a:extLst>
              </p:cNvPr>
              <p:cNvSpPr/>
              <p:nvPr/>
            </p:nvSpPr>
            <p:spPr>
              <a:xfrm>
                <a:off x="381000" y="152401"/>
                <a:ext cx="11125200" cy="128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b="1" u="sng" dirty="0">
                    <a:solidFill>
                      <a:srgbClr val="0070C0"/>
                    </a:solidFill>
                    <a:latin typeface="+mj-lt"/>
                  </a:rPr>
                  <a:t>Example:</a:t>
                </a:r>
                <a:r>
                  <a:rPr lang="en-US" sz="2300" dirty="0">
                    <a:latin typeface="+mj-lt"/>
                  </a:rPr>
                  <a:t> Let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 dirty="0" err="1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3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3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3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3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300" dirty="0">
                    <a:latin typeface="+mj-lt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Part 3: Use the third Taylor polynomial and its remainder term to approximate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0.1</m:t>
                        </m:r>
                      </m:sup>
                      <m:e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𝑐𝑜𝑠𝑥</m:t>
                        </m:r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300" dirty="0">
                    <a:solidFill>
                      <a:srgbClr val="FF0000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E767B0-A104-4E80-ABA8-C8059BC04C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52401"/>
                <a:ext cx="11125200" cy="1284326"/>
              </a:xfrm>
              <a:prstGeom prst="rect">
                <a:avLst/>
              </a:prstGeom>
              <a:blipFill>
                <a:blip r:embed="rId2"/>
                <a:stretch>
                  <a:fillRect l="-822" b="-5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6841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6680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1.2 Round-off Errors and Computer arithmetic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2">
                <a:extLst>
                  <a:ext uri="{FF2B5EF4-FFF2-40B4-BE49-F238E27FC236}">
                    <a16:creationId xmlns:a16="http://schemas.microsoft.com/office/drawing/2014/main" id="{9E98744B-3D9E-4861-C5E8-5FD3D31C29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524000"/>
                <a:ext cx="11125200" cy="5154732"/>
              </a:xfrm>
              <a:prstGeom prst="rect">
                <a:avLst/>
              </a:prstGeom>
            </p:spPr>
            <p:txBody>
              <a:bodyPr vert="horz" anchor="ctr">
                <a:noAutofit/>
              </a:bodyPr>
              <a:lstStyle>
                <a:defPPr>
                  <a:defRPr lang="en-US"/>
                </a:defPPr>
                <a:lvl1pPr marL="0" algn="r" defTabSz="914400" rtl="0" eaLnBrk="1" latinLnBrk="0" hangingPunct="1">
                  <a:defRPr kumimoji="0"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42900" algn="l">
                  <a:spcAft>
                    <a:spcPts val="1000"/>
                  </a:spcAft>
                  <a:buClr>
                    <a:srgbClr val="FFC000"/>
                  </a:buClr>
                  <a:buFont typeface="Wingdings" panose="05000000000000000000" pitchFamily="2" charset="2"/>
                  <a:buChar char="Ø"/>
                </a:pP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For many Science/engineering problems, we </a:t>
                </a:r>
                <a:r>
                  <a:rPr lang="en-US" altLang="en-US" sz="2200" dirty="0">
                    <a:solidFill>
                      <a:srgbClr val="D60093"/>
                    </a:solidFill>
                    <a:latin typeface="+mj-lt"/>
                    <a:cs typeface="Times New Roman" panose="02020603050405020304" pitchFamily="18" charset="0"/>
                  </a:rPr>
                  <a:t>cannot</a:t>
                </a: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 obtain </a:t>
                </a:r>
                <a:r>
                  <a:rPr lang="en-US" altLang="en-US" sz="2200" dirty="0">
                    <a:solidFill>
                      <a:srgbClr val="D60093"/>
                    </a:solidFill>
                    <a:latin typeface="+mj-lt"/>
                    <a:cs typeface="Times New Roman" panose="02020603050405020304" pitchFamily="18" charset="0"/>
                  </a:rPr>
                  <a:t>analytical</a:t>
                </a: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 solutions.</a:t>
                </a:r>
              </a:p>
              <a:p>
                <a:pPr indent="-342900" algn="l">
                  <a:spcAft>
                    <a:spcPts val="1000"/>
                  </a:spcAft>
                  <a:buClr>
                    <a:srgbClr val="FFC000"/>
                  </a:buClr>
                  <a:buFont typeface="Wingdings" panose="05000000000000000000" pitchFamily="2" charset="2"/>
                  <a:buChar char="Ø"/>
                </a:pP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Numerical methods </a:t>
                </a:r>
                <a:r>
                  <a:rPr lang="en-US" altLang="en-US" sz="2200" b="1" dirty="0">
                    <a:solidFill>
                      <a:srgbClr val="00B050"/>
                    </a:solidFill>
                    <a:latin typeface="+mj-lt"/>
                    <a:cs typeface="Times New Roman" panose="02020603050405020304" pitchFamily="18" charset="0"/>
                  </a:rPr>
                  <a:t>return approximate results </a:t>
                </a: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that are </a:t>
                </a:r>
                <a:r>
                  <a:rPr lang="en-US" altLang="en-US" sz="2200" b="1" dirty="0">
                    <a:solidFill>
                      <a:srgbClr val="D60093"/>
                    </a:solidFill>
                    <a:latin typeface="+mj-lt"/>
                    <a:cs typeface="Times New Roman" panose="02020603050405020304" pitchFamily="18" charset="0"/>
                  </a:rPr>
                  <a:t>close</a:t>
                </a: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 to the </a:t>
                </a:r>
                <a:r>
                  <a:rPr lang="en-US" altLang="en-US" sz="2200" b="1" dirty="0">
                    <a:solidFill>
                      <a:srgbClr val="00B050"/>
                    </a:solidFill>
                    <a:latin typeface="+mj-lt"/>
                    <a:cs typeface="Times New Roman" panose="02020603050405020304" pitchFamily="18" charset="0"/>
                  </a:rPr>
                  <a:t>exact analytical solution</a:t>
                </a: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. </a:t>
                </a:r>
              </a:p>
              <a:p>
                <a:pPr indent="-342900" algn="l">
                  <a:spcAft>
                    <a:spcPts val="1000"/>
                  </a:spcAft>
                  <a:buClr>
                    <a:srgbClr val="FFC000"/>
                  </a:buClr>
                  <a:buFont typeface="Wingdings" panose="05000000000000000000" pitchFamily="2" charset="2"/>
                  <a:buChar char="Ø"/>
                </a:pP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We </a:t>
                </a:r>
                <a:r>
                  <a:rPr lang="en-US" altLang="en-US" sz="2200" b="1" dirty="0">
                    <a:solidFill>
                      <a:srgbClr val="00B050"/>
                    </a:solidFill>
                    <a:latin typeface="+mj-lt"/>
                    <a:cs typeface="Times New Roman" panose="02020603050405020304" pitchFamily="18" charset="0"/>
                  </a:rPr>
                  <a:t>cannot</a:t>
                </a: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b="1" dirty="0">
                    <a:solidFill>
                      <a:srgbClr val="00B050"/>
                    </a:solidFill>
                    <a:latin typeface="+mj-lt"/>
                    <a:cs typeface="Times New Roman" panose="02020603050405020304" pitchFamily="18" charset="0"/>
                  </a:rPr>
                  <a:t>exactly compute the errors </a:t>
                </a:r>
                <a:r>
                  <a:rPr lang="en-US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associated with numerical methods </a:t>
                </a:r>
                <a:r>
                  <a:rPr lang="en-US" altLang="en-US" sz="2200" u="sng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because we cannot obtain analytical solutions. </a:t>
                </a:r>
              </a:p>
              <a:p>
                <a:pPr indent="-342900" algn="l">
                  <a:spcAft>
                    <a:spcPts val="1000"/>
                  </a:spcAft>
                  <a:buClr>
                    <a:srgbClr val="FFC000"/>
                  </a:buClr>
                  <a:buFont typeface="Wingdings" panose="05000000000000000000" pitchFamily="2" charset="2"/>
                  <a:buChar char="Ø"/>
                </a:pPr>
                <a:r>
                  <a:rPr lang="en-GB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We must settle for </a:t>
                </a:r>
                <a:r>
                  <a:rPr lang="en-GB" altLang="en-US" sz="2200" b="1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approximations or estimates of the errors</a:t>
                </a:r>
                <a:r>
                  <a:rPr lang="en-GB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.</a:t>
                </a:r>
              </a:p>
              <a:p>
                <a:pPr indent="-342900" algn="l">
                  <a:spcAft>
                    <a:spcPts val="1000"/>
                  </a:spcAft>
                  <a:buClr>
                    <a:srgbClr val="FFC000"/>
                  </a:buClr>
                  <a:buFont typeface="Wingdings" panose="05000000000000000000" pitchFamily="2" charset="2"/>
                  <a:buChar char="Ø"/>
                </a:pPr>
                <a:r>
                  <a:rPr lang="en-GB" altLang="en-US" sz="2200" b="1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Two</a:t>
                </a:r>
                <a:r>
                  <a:rPr lang="en-GB" altLang="en-US" sz="22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</a:rPr>
                  <a:t> major forms of numerical error: </a:t>
                </a:r>
                <a:r>
                  <a:rPr lang="en-GB" altLang="en-US" sz="2200" b="1" dirty="0">
                    <a:solidFill>
                      <a:srgbClr val="D60093"/>
                    </a:solidFill>
                    <a:latin typeface="+mj-lt"/>
                    <a:cs typeface="Times New Roman" panose="02020603050405020304" pitchFamily="18" charset="0"/>
                  </a:rPr>
                  <a:t>(</a:t>
                </a:r>
                <a:r>
                  <a:rPr lang="en-GB" altLang="en-US" sz="2200" b="1" dirty="0" err="1">
                    <a:solidFill>
                      <a:srgbClr val="D60093"/>
                    </a:solidFill>
                    <a:latin typeface="+mj-lt"/>
                    <a:cs typeface="Times New Roman" panose="02020603050405020304" pitchFamily="18" charset="0"/>
                  </a:rPr>
                  <a:t>i</a:t>
                </a:r>
                <a:r>
                  <a:rPr lang="en-GB" altLang="en-US" sz="2200" b="1" dirty="0">
                    <a:solidFill>
                      <a:srgbClr val="D60093"/>
                    </a:solidFill>
                    <a:latin typeface="+mj-lt"/>
                    <a:cs typeface="Times New Roman" panose="02020603050405020304" pitchFamily="18" charset="0"/>
                  </a:rPr>
                  <a:t>) Truncation error, and (ii) Round-off error</a:t>
                </a:r>
              </a:p>
              <a:p>
                <a:pPr marR="0" lvl="0" indent="-342900" algn="l" defTabSz="914400" rtl="0" eaLnBrk="1" fontAlgn="auto" latinLnBrk="0" hangingPunct="1">
                  <a:spcAft>
                    <a:spcPts val="1000"/>
                  </a:spcAft>
                  <a:buClr>
                    <a:srgbClr val="CCB400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GB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0093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Truncation error </a:t>
                </a: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is the </a:t>
                </a: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discrepancy</a:t>
                </a: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 introduced by the fact that numerical methods may </a:t>
                </a: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employ approximations </a:t>
                </a: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to represent </a:t>
                </a:r>
                <a:r>
                  <a:rPr kumimoji="0" lang="en-GB" sz="22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exact mathematical operations and quantities</a:t>
                </a: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.</a:t>
                </a:r>
              </a:p>
              <a:p>
                <a:pPr marR="0" lvl="0" indent="-342900" algn="l" defTabSz="914400" rtl="0" eaLnBrk="1" fontAlgn="auto" latinLnBrk="0" hangingPunct="1">
                  <a:spcAft>
                    <a:spcPts val="1000"/>
                  </a:spcAft>
                  <a:buClr>
                    <a:srgbClr val="CCB400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The error that is produced when a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calculator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or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computer is used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to perform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real number calculations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is called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0093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round-off error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. Ex: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ad>
                      <m:radPr>
                        <m:degHide m:val="on"/>
                        <m:ctrlP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/>
                  <a:ea typeface="+mn-ea"/>
                  <a:cs typeface="+mn-cs"/>
                </a:endParaRPr>
              </a:p>
              <a:p>
                <a:pPr marR="0" lvl="0" algn="l" defTabSz="914400" rtl="0" eaLnBrk="1" fontAlgn="auto" latinLnBrk="0" hangingPunct="1">
                  <a:spcAft>
                    <a:spcPts val="1000"/>
                  </a:spcAft>
                  <a:buClr>
                    <a:srgbClr val="CCB400"/>
                  </a:buClr>
                  <a:buSzTx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     It occurs because the arithmetic performed in a machine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involves numbers with only a finite number of digits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, and the results are only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approximate representations 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of the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actual numbers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/>
                    <a:ea typeface="+mn-ea"/>
                    <a:cs typeface="+mn-cs"/>
                  </a:rPr>
                  <a:t>.</a:t>
                </a:r>
                <a:endParaRPr lang="en-US" altLang="en-US" sz="2200" dirty="0">
                  <a:solidFill>
                    <a:srgbClr val="000000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42">
                <a:extLst>
                  <a:ext uri="{FF2B5EF4-FFF2-40B4-BE49-F238E27FC236}">
                    <a16:creationId xmlns:a16="http://schemas.microsoft.com/office/drawing/2014/main" id="{9E98744B-3D9E-4861-C5E8-5FD3D31C2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24000"/>
                <a:ext cx="11125200" cy="5154732"/>
              </a:xfrm>
              <a:prstGeom prst="rect">
                <a:avLst/>
              </a:prstGeom>
              <a:blipFill>
                <a:blip r:embed="rId2"/>
                <a:stretch>
                  <a:fillRect l="-712" r="-986" b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58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CB19C-6725-C1F2-CD0E-83F62905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37C3B48-086A-C667-018A-3BAC09802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63" y="228600"/>
            <a:ext cx="10871200" cy="9906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1.2 Round-off Errors and Computer arithmetic</a:t>
            </a:r>
          </a:p>
        </p:txBody>
      </p:sp>
      <p:sp>
        <p:nvSpPr>
          <p:cNvPr id="7" name="Content Placeholder 44">
            <a:extLst>
              <a:ext uri="{FF2B5EF4-FFF2-40B4-BE49-F238E27FC236}">
                <a16:creationId xmlns:a16="http://schemas.microsoft.com/office/drawing/2014/main" id="{9491379B-6941-9685-CF0E-894D5E705F51}"/>
              </a:ext>
            </a:extLst>
          </p:cNvPr>
          <p:cNvSpPr txBox="1">
            <a:spLocks/>
          </p:cNvSpPr>
          <p:nvPr/>
        </p:nvSpPr>
        <p:spPr>
          <a:xfrm>
            <a:off x="228599" y="1527787"/>
            <a:ext cx="7010401" cy="834413"/>
          </a:xfrm>
          <a:prstGeom prst="rect">
            <a:avLst/>
          </a:prstGeom>
        </p:spPr>
        <p:txBody>
          <a:bodyPr>
            <a:no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8C7B70"/>
              </a:buClr>
              <a:buSzPct val="6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+mj-lt"/>
                <a:cs typeface="Times New Roman" panose="02020603050405020304" pitchFamily="18" charset="0"/>
              </a:rPr>
              <a:t>How confident we are in our approximate result?</a:t>
            </a:r>
          </a:p>
          <a:p>
            <a:pPr marL="366713" lvl="1" indent="0"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altLang="en-US" sz="2300" dirty="0">
                <a:latin typeface="+mj-lt"/>
                <a:cs typeface="Times New Roman" panose="02020603050405020304" pitchFamily="18" charset="0"/>
              </a:rPr>
              <a:t>--The question is “</a:t>
            </a:r>
            <a:r>
              <a:rPr lang="en-US" altLang="en-US" sz="23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how much error is present in our calculation and is it tolerable?”</a:t>
            </a:r>
            <a:endParaRPr lang="en-US" sz="2300" b="1" dirty="0">
              <a:solidFill>
                <a:srgbClr val="C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Title 38">
            <a:extLst>
              <a:ext uri="{FF2B5EF4-FFF2-40B4-BE49-F238E27FC236}">
                <a16:creationId xmlns:a16="http://schemas.microsoft.com/office/drawing/2014/main" id="{4BCD4289-0896-0DE6-F8C3-A53E4497082A}"/>
              </a:ext>
            </a:extLst>
          </p:cNvPr>
          <p:cNvSpPr txBox="1">
            <a:spLocks/>
          </p:cNvSpPr>
          <p:nvPr/>
        </p:nvSpPr>
        <p:spPr bwMode="auto">
          <a:xfrm>
            <a:off x="304800" y="2730460"/>
            <a:ext cx="11307762" cy="460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r>
              <a:rPr lang="en-US" alt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Precision</a:t>
            </a:r>
            <a:endParaRPr lang="en-US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39">
            <a:extLst>
              <a:ext uri="{FF2B5EF4-FFF2-40B4-BE49-F238E27FC236}">
                <a16:creationId xmlns:a16="http://schemas.microsoft.com/office/drawing/2014/main" id="{F7B9F0C0-0315-5E56-28C5-66BEA5752DB7}"/>
              </a:ext>
            </a:extLst>
          </p:cNvPr>
          <p:cNvSpPr txBox="1">
            <a:spLocks/>
          </p:cNvSpPr>
          <p:nvPr/>
        </p:nvSpPr>
        <p:spPr>
          <a:xfrm>
            <a:off x="355600" y="3124200"/>
            <a:ext cx="6807200" cy="3859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Aft>
                <a:spcPts val="1200"/>
              </a:spcAft>
              <a:buClr>
                <a:srgbClr val="2316D0"/>
              </a:buClr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Accuracy: </a:t>
            </a:r>
            <a:r>
              <a:rPr lang="en-US" altLang="en-US" sz="22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How close is a computed or measured value to the true value.</a:t>
            </a:r>
          </a:p>
          <a:p>
            <a:pPr marL="342900" indent="-342900" algn="l">
              <a:spcAft>
                <a:spcPts val="1200"/>
              </a:spcAft>
              <a:buClr>
                <a:srgbClr val="2316D0"/>
              </a:buClr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Precision (or </a:t>
            </a:r>
            <a:r>
              <a:rPr lang="en-US" altLang="en-US" sz="2200" b="1" i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reproducibility</a:t>
            </a:r>
            <a:r>
              <a:rPr lang="en-US" altLang="en-US" sz="2200" b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): </a:t>
            </a:r>
            <a:r>
              <a:rPr lang="en-US" altLang="en-US" sz="22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How close is a computed or measured value to previously computed or measured values.</a:t>
            </a:r>
          </a:p>
          <a:p>
            <a:pPr marL="342900" indent="-342900" algn="l">
              <a:spcAft>
                <a:spcPts val="1200"/>
              </a:spcAft>
              <a:buClr>
                <a:srgbClr val="2316D0"/>
              </a:buClr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Inaccuracy (or </a:t>
            </a:r>
            <a:r>
              <a:rPr lang="en-US" altLang="en-US" sz="2200" b="1" i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bias</a:t>
            </a:r>
            <a:r>
              <a:rPr lang="en-US" altLang="en-US" sz="2200" b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): </a:t>
            </a:r>
            <a:r>
              <a:rPr lang="en-US" altLang="en-US" sz="22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 systematic deviation from the actual value.</a:t>
            </a:r>
          </a:p>
          <a:p>
            <a:pPr marL="342900" indent="-342900" algn="l">
              <a:spcAft>
                <a:spcPts val="1200"/>
              </a:spcAft>
              <a:buClr>
                <a:srgbClr val="2316D0"/>
              </a:buClr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Imprecision (or </a:t>
            </a:r>
            <a:r>
              <a:rPr lang="en-US" altLang="en-US" sz="2200" b="1" i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uncertainty</a:t>
            </a:r>
            <a:r>
              <a:rPr lang="en-US" altLang="en-US" sz="2200" b="1" dirty="0">
                <a:solidFill>
                  <a:srgbClr val="2316D0"/>
                </a:solidFill>
                <a:latin typeface="+mj-lt"/>
                <a:cs typeface="Times New Roman" panose="02020603050405020304" pitchFamily="18" charset="0"/>
              </a:rPr>
              <a:t>): </a:t>
            </a:r>
            <a:r>
              <a:rPr lang="en-US" altLang="en-US" sz="22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Magnitude of scatter.</a:t>
            </a:r>
          </a:p>
        </p:txBody>
      </p:sp>
      <p:pic>
        <p:nvPicPr>
          <p:cNvPr id="11" name="Picture 10" descr="An example from marksmanship illustrating the concepts of accuracy and precision.&#10;">
            <a:extLst>
              <a:ext uri="{FF2B5EF4-FFF2-40B4-BE49-F238E27FC236}">
                <a16:creationId xmlns:a16="http://schemas.microsoft.com/office/drawing/2014/main" id="{FBC6F779-F1B3-4311-C597-0B2FC22884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00656" y="996054"/>
            <a:ext cx="4284279" cy="4023360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FC012F-EDA7-BFD5-0068-8026C2884876}"/>
              </a:ext>
            </a:extLst>
          </p:cNvPr>
          <p:cNvSpPr txBox="1"/>
          <p:nvPr/>
        </p:nvSpPr>
        <p:spPr>
          <a:xfrm>
            <a:off x="7315200" y="5031137"/>
            <a:ext cx="48768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rgbClr val="00B050"/>
                </a:solidFill>
              </a:rPr>
              <a:t>Targets Illustrating Accuracy &amp; Precision</a:t>
            </a:r>
          </a:p>
          <a:p>
            <a:pPr marL="800100" lvl="1" indent="-342900">
              <a:buAutoNum type="alphaLcParenBoth"/>
            </a:pPr>
            <a:r>
              <a:rPr lang="en-GB" sz="2000" dirty="0"/>
              <a:t>inaccurate and imprecise; </a:t>
            </a:r>
          </a:p>
          <a:p>
            <a:pPr marL="800100" lvl="1" indent="-342900">
              <a:buAutoNum type="alphaLcParenBoth"/>
            </a:pPr>
            <a:r>
              <a:rPr lang="en-GB" sz="2000" dirty="0"/>
              <a:t>accurate  and imprecise; </a:t>
            </a:r>
          </a:p>
          <a:p>
            <a:pPr marL="800100" lvl="1" indent="-342900">
              <a:buAutoNum type="alphaLcParenBoth"/>
            </a:pPr>
            <a:r>
              <a:rPr lang="en-GB" sz="2000" dirty="0"/>
              <a:t>inaccurate and precise; </a:t>
            </a:r>
          </a:p>
          <a:p>
            <a:pPr marL="800100" lvl="1" indent="-342900">
              <a:buAutoNum type="alphaLcParenBoth"/>
            </a:pPr>
            <a:r>
              <a:rPr lang="en-GB" sz="2000" dirty="0"/>
              <a:t>accurate and precise.</a:t>
            </a:r>
          </a:p>
        </p:txBody>
      </p:sp>
    </p:spTree>
    <p:extLst>
      <p:ext uri="{BB962C8B-B14F-4D97-AF65-F5344CB8AC3E}">
        <p14:creationId xmlns:p14="http://schemas.microsoft.com/office/powerpoint/2010/main" val="191503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C456F-59B2-A56C-A59B-3A2FAEAA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F786C1-7236-16C6-DF84-CAFFD1C230E6}"/>
              </a:ext>
            </a:extLst>
          </p:cNvPr>
          <p:cNvSpPr txBox="1"/>
          <p:nvPr/>
        </p:nvSpPr>
        <p:spPr>
          <a:xfrm>
            <a:off x="381000" y="15160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baseline="0" dirty="0">
                <a:solidFill>
                  <a:srgbClr val="00B050"/>
                </a:solidFill>
                <a:latin typeface="ProximaNova-Bold"/>
              </a:rPr>
              <a:t>Computer Representation of Numbers</a:t>
            </a:r>
            <a:endParaRPr lang="en-GB" sz="2400" dirty="0">
              <a:solidFill>
                <a:srgbClr val="00B05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CC4577-D935-CFEE-BBD8-EB822DBEFF9B}"/>
              </a:ext>
            </a:extLst>
          </p:cNvPr>
          <p:cNvSpPr txBox="1">
            <a:spLocks/>
          </p:cNvSpPr>
          <p:nvPr/>
        </p:nvSpPr>
        <p:spPr bwMode="auto">
          <a:xfrm>
            <a:off x="304798" y="-117448"/>
            <a:ext cx="9144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045B58-2ED2-6DD9-7E94-3FBC3FE23094}"/>
              </a:ext>
            </a:extLst>
          </p:cNvPr>
          <p:cNvSpPr/>
          <p:nvPr/>
        </p:nvSpPr>
        <p:spPr>
          <a:xfrm>
            <a:off x="457199" y="644553"/>
            <a:ext cx="4156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Binary Machine Numbers:</a:t>
            </a:r>
            <a:r>
              <a:rPr lang="en-US" sz="28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825E2-4D13-88BD-4D08-FE58E5658B9F}"/>
              </a:ext>
            </a:extLst>
          </p:cNvPr>
          <p:cNvSpPr txBox="1"/>
          <p:nvPr/>
        </p:nvSpPr>
        <p:spPr>
          <a:xfrm>
            <a:off x="401781" y="1998511"/>
            <a:ext cx="60752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100" b="0" i="0" u="none" strike="noStrike" baseline="0" dirty="0">
                <a:latin typeface="STIXMathJax_Main-Regular"/>
              </a:rPr>
              <a:t>Numerical round-off errors are directly related to the manner in which numbers are stored in a computer.</a:t>
            </a:r>
            <a:endParaRPr lang="en-GB" sz="2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174B50-EE7C-AC28-5CE5-68F2A88C9F1C}"/>
              </a:ext>
            </a:extLst>
          </p:cNvPr>
          <p:cNvSpPr txBox="1"/>
          <p:nvPr/>
        </p:nvSpPr>
        <p:spPr>
          <a:xfrm>
            <a:off x="340589" y="2915060"/>
            <a:ext cx="613640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2316D0"/>
              </a:buClr>
              <a:buFont typeface="Wingdings" panose="05000000000000000000" pitchFamily="2" charset="2"/>
              <a:buChar char="Ø"/>
            </a:pPr>
            <a:r>
              <a:rPr lang="en-GB" sz="2200" b="0" i="0" u="none" strike="noStrike" baseline="0" dirty="0">
                <a:latin typeface="+mj-lt"/>
              </a:rPr>
              <a:t>A </a:t>
            </a:r>
            <a:r>
              <a:rPr lang="en-GB" sz="2200" b="0" i="1" u="none" strike="noStrike" baseline="0" dirty="0">
                <a:solidFill>
                  <a:srgbClr val="FF0000"/>
                </a:solidFill>
                <a:latin typeface="+mj-lt"/>
              </a:rPr>
              <a:t>number system </a:t>
            </a:r>
            <a:r>
              <a:rPr lang="en-GB" sz="2200" b="0" i="0" u="none" strike="noStrike" baseline="0" dirty="0">
                <a:latin typeface="+mj-lt"/>
              </a:rPr>
              <a:t>is simply a convention for representing quantities. </a:t>
            </a:r>
          </a:p>
          <a:p>
            <a:pPr marL="1200150" lvl="2" indent="-285750">
              <a:buClr>
                <a:srgbClr val="2316D0"/>
              </a:buClr>
              <a:buFont typeface="Courier New" panose="02070309020205020404" pitchFamily="49" charset="0"/>
              <a:buChar char="o"/>
            </a:pPr>
            <a:r>
              <a:rPr lang="en-GB" sz="2200" b="0" i="1" u="none" strike="noStrike" baseline="0" dirty="0">
                <a:solidFill>
                  <a:srgbClr val="2316D0"/>
                </a:solidFill>
                <a:latin typeface="STIXMathJax_Main-Italic"/>
              </a:rPr>
              <a:t>decimal, </a:t>
            </a:r>
            <a:r>
              <a:rPr lang="en-GB" sz="2200" b="0" i="0" u="none" strike="noStrike" baseline="0" dirty="0">
                <a:solidFill>
                  <a:srgbClr val="2316D0"/>
                </a:solidFill>
                <a:latin typeface="STIXMathJax_Main-Regular"/>
              </a:rPr>
              <a:t>or </a:t>
            </a:r>
            <a:r>
              <a:rPr lang="en-GB" sz="2200" b="0" i="1" u="none" strike="noStrike" baseline="0" dirty="0">
                <a:solidFill>
                  <a:srgbClr val="2316D0"/>
                </a:solidFill>
                <a:latin typeface="STIXMathJax_Main-Italic"/>
              </a:rPr>
              <a:t>base-</a:t>
            </a:r>
            <a:r>
              <a:rPr lang="en-GB" sz="2200" b="0" i="0" u="none" strike="noStrike" baseline="0" dirty="0">
                <a:solidFill>
                  <a:srgbClr val="2316D0"/>
                </a:solidFill>
                <a:latin typeface="STIXMathJax_Main-Regular"/>
              </a:rPr>
              <a:t>10, number system</a:t>
            </a:r>
          </a:p>
          <a:p>
            <a:pPr marL="1200150" lvl="2" indent="-285750">
              <a:buClr>
                <a:srgbClr val="2316D0"/>
              </a:buClr>
              <a:buFont typeface="Courier New" panose="02070309020205020404" pitchFamily="49" charset="0"/>
              <a:buChar char="o"/>
            </a:pPr>
            <a:r>
              <a:rPr lang="en-GB" sz="2200" b="0" i="1" u="none" strike="noStrike" baseline="0" dirty="0">
                <a:solidFill>
                  <a:srgbClr val="2316D0"/>
                </a:solidFill>
                <a:latin typeface="STIXMathJax_Main-Italic"/>
              </a:rPr>
              <a:t>binary, </a:t>
            </a:r>
            <a:r>
              <a:rPr lang="en-GB" sz="2200" b="0" i="0" u="none" strike="noStrike" baseline="0" dirty="0">
                <a:solidFill>
                  <a:srgbClr val="2316D0"/>
                </a:solidFill>
                <a:latin typeface="STIXMathJax_Main-Regular"/>
              </a:rPr>
              <a:t>or </a:t>
            </a:r>
            <a:r>
              <a:rPr lang="en-GB" sz="2200" b="0" i="1" u="none" strike="noStrike" baseline="0" dirty="0">
                <a:solidFill>
                  <a:srgbClr val="2316D0"/>
                </a:solidFill>
                <a:latin typeface="STIXMathJax_Main-Italic"/>
              </a:rPr>
              <a:t>base-</a:t>
            </a:r>
            <a:r>
              <a:rPr lang="en-GB" sz="2200" b="0" i="0" u="none" strike="noStrike" baseline="0" dirty="0">
                <a:solidFill>
                  <a:srgbClr val="2316D0"/>
                </a:solidFill>
                <a:latin typeface="STIXMathJax_Main-Regular"/>
              </a:rPr>
              <a:t>2, system</a:t>
            </a:r>
            <a:endParaRPr lang="en-GB" sz="2200" dirty="0">
              <a:solidFill>
                <a:srgbClr val="2316D0"/>
              </a:solidFill>
              <a:latin typeface="+mj-lt"/>
            </a:endParaRPr>
          </a:p>
        </p:txBody>
      </p:sp>
      <p:pic>
        <p:nvPicPr>
          <p:cNvPr id="13" name="Picture 4" descr="An example compares conversion of decimal and binary numbers.&#10;">
            <a:extLst>
              <a:ext uri="{FF2B5EF4-FFF2-40B4-BE49-F238E27FC236}">
                <a16:creationId xmlns:a16="http://schemas.microsoft.com/office/drawing/2014/main" id="{3E26DB9F-49D4-950E-057C-2B2BBCCFF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3200" y="871211"/>
            <a:ext cx="5645420" cy="4704315"/>
          </a:xfrm>
          <a:prstGeom prst="rect">
            <a:avLst/>
          </a:prstGeom>
          <a:solidFill>
            <a:srgbClr val="0099FF"/>
          </a:solidFill>
          <a:ln>
            <a:noFill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CC801C-68CD-A747-45A2-2E52AA62EA44}"/>
              </a:ext>
            </a:extLst>
          </p:cNvPr>
          <p:cNvSpPr txBox="1"/>
          <p:nvPr/>
        </p:nvSpPr>
        <p:spPr>
          <a:xfrm>
            <a:off x="6532418" y="5608537"/>
            <a:ext cx="56454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200" b="0" i="0" u="none" strike="noStrike" baseline="0" dirty="0">
                <a:solidFill>
                  <a:srgbClr val="00B0F0"/>
                </a:solidFill>
                <a:latin typeface="+mj-lt"/>
              </a:rPr>
              <a:t>Figure: How the (</a:t>
            </a:r>
            <a:r>
              <a:rPr lang="en-GB" sz="2200" b="0" i="1" u="none" strike="noStrike" baseline="0" dirty="0">
                <a:solidFill>
                  <a:srgbClr val="00B0F0"/>
                </a:solidFill>
                <a:latin typeface="+mj-lt"/>
              </a:rPr>
              <a:t>a</a:t>
            </a:r>
            <a:r>
              <a:rPr lang="en-GB" sz="2200" b="0" i="0" u="none" strike="noStrike" baseline="0" dirty="0">
                <a:solidFill>
                  <a:srgbClr val="00B0F0"/>
                </a:solidFill>
                <a:latin typeface="+mj-lt"/>
              </a:rPr>
              <a:t>) decimal (base-10) and the (</a:t>
            </a:r>
            <a:r>
              <a:rPr lang="en-GB" sz="2200" b="0" i="1" u="none" strike="noStrike" baseline="0" dirty="0">
                <a:solidFill>
                  <a:srgbClr val="00B0F0"/>
                </a:solidFill>
                <a:latin typeface="+mj-lt"/>
              </a:rPr>
              <a:t>b</a:t>
            </a:r>
            <a:r>
              <a:rPr lang="en-GB" sz="2200" b="0" i="0" u="none" strike="noStrike" baseline="0" dirty="0">
                <a:solidFill>
                  <a:srgbClr val="00B0F0"/>
                </a:solidFill>
                <a:latin typeface="+mj-lt"/>
              </a:rPr>
              <a:t>) binary (base-2) systems work. </a:t>
            </a:r>
            <a:endParaRPr lang="en-GB" sz="2200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976BA1-DDCD-1818-E005-A3EE40633108}"/>
              </a:ext>
            </a:extLst>
          </p:cNvPr>
          <p:cNvSpPr txBox="1"/>
          <p:nvPr/>
        </p:nvSpPr>
        <p:spPr>
          <a:xfrm>
            <a:off x="304798" y="4486208"/>
            <a:ext cx="6172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Clr>
                <a:srgbClr val="2316D0"/>
              </a:buClr>
              <a:buFont typeface="Courier New" panose="02070309020205020404" pitchFamily="49" charset="0"/>
              <a:buChar char="o"/>
            </a:pPr>
            <a:r>
              <a:rPr lang="en-GB" sz="1800" b="0" i="0" u="none" strike="noStrike" baseline="0" dirty="0">
                <a:latin typeface="+mj-lt"/>
              </a:rPr>
              <a:t>(a) provides a visual representation of how the number </a:t>
            </a:r>
            <a:r>
              <a:rPr lang="en-GB" sz="1800" b="1" i="0" u="none" strike="noStrike" baseline="0" dirty="0">
                <a:solidFill>
                  <a:srgbClr val="D60093"/>
                </a:solidFill>
                <a:latin typeface="+mj-lt"/>
              </a:rPr>
              <a:t>86,409</a:t>
            </a:r>
            <a:r>
              <a:rPr lang="en-GB" sz="1800" b="0" i="0" u="none" strike="noStrike" baseline="0" dirty="0">
                <a:latin typeface="+mj-lt"/>
              </a:rPr>
              <a:t> is formulated in the </a:t>
            </a:r>
            <a:r>
              <a:rPr lang="en-GB" sz="1800" b="0" i="0" u="none" strike="noStrike" baseline="0" dirty="0">
                <a:solidFill>
                  <a:srgbClr val="2316D0"/>
                </a:solidFill>
                <a:latin typeface="+mj-lt"/>
              </a:rPr>
              <a:t>base-10 system</a:t>
            </a:r>
            <a:r>
              <a:rPr lang="en-GB" sz="1800" b="0" i="0" u="none" strike="noStrike" baseline="0" dirty="0">
                <a:latin typeface="+mj-lt"/>
              </a:rPr>
              <a:t>.</a:t>
            </a:r>
          </a:p>
          <a:p>
            <a:pPr algn="l">
              <a:spcAft>
                <a:spcPts val="1200"/>
              </a:spcAft>
              <a:buClr>
                <a:srgbClr val="2316D0"/>
              </a:buClr>
            </a:pPr>
            <a:endParaRPr lang="en-GB" sz="1800" b="0" i="0" u="none" strike="noStrike" baseline="0" dirty="0">
              <a:latin typeface="+mj-lt"/>
            </a:endParaRPr>
          </a:p>
          <a:p>
            <a:pPr marL="285750" indent="-285750" algn="l">
              <a:spcAft>
                <a:spcPts val="1200"/>
              </a:spcAft>
              <a:buClr>
                <a:srgbClr val="2316D0"/>
              </a:buClr>
              <a:buFont typeface="Courier New" panose="02070309020205020404" pitchFamily="49" charset="0"/>
              <a:buChar char="o"/>
            </a:pPr>
            <a:r>
              <a:rPr lang="en-GB" sz="1800" b="0" i="0" u="none" strike="noStrike" baseline="0" dirty="0">
                <a:latin typeface="+mj-lt"/>
              </a:rPr>
              <a:t>In (</a:t>
            </a:r>
            <a:r>
              <a:rPr lang="en-GB" sz="1800" b="0" i="1" u="none" strike="noStrike" baseline="0" dirty="0">
                <a:latin typeface="+mj-lt"/>
              </a:rPr>
              <a:t>b</a:t>
            </a:r>
            <a:r>
              <a:rPr lang="en-GB" sz="1800" b="0" i="0" u="none" strike="noStrike" baseline="0" dirty="0">
                <a:latin typeface="+mj-lt"/>
              </a:rPr>
              <a:t>), the </a:t>
            </a:r>
            <a:r>
              <a:rPr lang="en-GB" sz="1800" b="0" i="0" u="none" strike="noStrike" baseline="0" dirty="0">
                <a:solidFill>
                  <a:srgbClr val="2316D0"/>
                </a:solidFill>
                <a:latin typeface="+mj-lt"/>
              </a:rPr>
              <a:t>binary number </a:t>
            </a:r>
            <a:r>
              <a:rPr lang="en-GB" sz="1800" b="1" i="0" u="none" strike="noStrike" baseline="0" dirty="0">
                <a:solidFill>
                  <a:srgbClr val="D60093"/>
                </a:solidFill>
                <a:latin typeface="+mj-lt"/>
              </a:rPr>
              <a:t>10101101</a:t>
            </a:r>
            <a:r>
              <a:rPr lang="en-GB" sz="1800" b="0" i="0" u="none" strike="noStrike" baseline="0" dirty="0">
                <a:latin typeface="+mj-lt"/>
              </a:rPr>
              <a:t> is equivalent to the decimal number </a:t>
            </a:r>
            <a:r>
              <a:rPr lang="en-GB" sz="1800" b="1" i="0" u="none" strike="noStrike" baseline="0" dirty="0">
                <a:solidFill>
                  <a:srgbClr val="D60093"/>
                </a:solidFill>
                <a:latin typeface="+mj-lt"/>
              </a:rPr>
              <a:t>173</a:t>
            </a:r>
            <a:r>
              <a:rPr lang="en-GB" sz="1800" b="0" i="0" u="none" strike="noStrike" baseline="0" dirty="0">
                <a:latin typeface="+mj-lt"/>
              </a:rPr>
              <a:t>.</a:t>
            </a:r>
            <a:endParaRPr lang="en-GB" sz="1800" dirty="0">
              <a:latin typeface="+mj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4722616-40FD-2CE6-DB4E-5B1657E4A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52" y="5241600"/>
            <a:ext cx="562287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5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A3DD7-69B5-1C66-2724-2B1669DA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50D139-44F9-552E-A659-B8E0A071DF52}"/>
              </a:ext>
            </a:extLst>
          </p:cNvPr>
          <p:cNvSpPr txBox="1">
            <a:spLocks/>
          </p:cNvSpPr>
          <p:nvPr/>
        </p:nvSpPr>
        <p:spPr bwMode="auto">
          <a:xfrm>
            <a:off x="304798" y="-117448"/>
            <a:ext cx="9144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7DF5D9-4AE0-8F1A-24E6-8CFDCF447769}"/>
              </a:ext>
            </a:extLst>
          </p:cNvPr>
          <p:cNvSpPr/>
          <p:nvPr/>
        </p:nvSpPr>
        <p:spPr>
          <a:xfrm>
            <a:off x="457199" y="644553"/>
            <a:ext cx="4156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Binary Machine Numbers:</a:t>
            </a:r>
            <a:r>
              <a:rPr lang="en-US" sz="28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5D0674-AA72-E7BB-7D14-8AFEAEFCACB1}"/>
              </a:ext>
            </a:extLst>
          </p:cNvPr>
          <p:cNvSpPr txBox="1"/>
          <p:nvPr/>
        </p:nvSpPr>
        <p:spPr>
          <a:xfrm>
            <a:off x="355600" y="1545428"/>
            <a:ext cx="115316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b="0" i="0" u="none" strike="noStrike" baseline="0" dirty="0">
                <a:solidFill>
                  <a:srgbClr val="D60093"/>
                </a:solidFill>
                <a:latin typeface="+mj-lt"/>
              </a:rPr>
              <a:t>Integer Representation.</a:t>
            </a:r>
            <a:r>
              <a:rPr lang="en-GB" sz="2200" b="0" i="0" u="none" strike="noStrike" baseline="0" dirty="0">
                <a:solidFill>
                  <a:srgbClr val="00FFFF"/>
                </a:solidFill>
                <a:latin typeface="+mj-lt"/>
              </a:rPr>
              <a:t> </a:t>
            </a:r>
            <a:endParaRPr lang="en-GB" sz="2200" dirty="0">
              <a:solidFill>
                <a:srgbClr val="00FFFF"/>
              </a:solidFill>
              <a:latin typeface="+mj-lt"/>
            </a:endParaRPr>
          </a:p>
          <a:p>
            <a:pPr algn="l">
              <a:spcAft>
                <a:spcPts val="1200"/>
              </a:spcAft>
            </a:pPr>
            <a:r>
              <a:rPr lang="en-GB" sz="2200" b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Signed magnitude method</a:t>
            </a:r>
            <a:r>
              <a:rPr lang="en-GB" sz="2200" b="0" u="none" strike="noStrike" baseline="0" dirty="0">
                <a:solidFill>
                  <a:srgbClr val="000000"/>
                </a:solidFill>
                <a:latin typeface="+mj-lt"/>
              </a:rPr>
              <a:t>: </a:t>
            </a:r>
            <a:r>
              <a:rPr lang="en-GB" sz="2200" b="1" u="none" strike="noStrike" baseline="0" dirty="0">
                <a:solidFill>
                  <a:srgbClr val="00B050"/>
                </a:solidFill>
                <a:latin typeface="+mj-lt"/>
              </a:rPr>
              <a:t>16-bit</a:t>
            </a:r>
            <a:r>
              <a:rPr lang="en-GB" sz="2200" b="0" u="none" strike="noStrike" baseline="0" dirty="0">
                <a:solidFill>
                  <a:srgbClr val="000000"/>
                </a:solidFill>
                <a:latin typeface="+mj-lt"/>
              </a:rPr>
              <a:t> is used </a:t>
            </a:r>
            <a:r>
              <a:rPr lang="en-GB" sz="2200" dirty="0">
                <a:solidFill>
                  <a:srgbClr val="000000"/>
                </a:solidFill>
                <a:latin typeface="+mj-lt"/>
              </a:rPr>
              <a:t>to represent an integer: 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200" b="0" i="1" u="none" strike="noStrike" baseline="0" dirty="0">
                <a:solidFill>
                  <a:srgbClr val="000000"/>
                </a:solidFill>
                <a:latin typeface="+mj-lt"/>
              </a:rPr>
              <a:t>the </a:t>
            </a:r>
            <a:r>
              <a:rPr lang="en-GB" sz="2200" b="0" i="1" u="sng" strike="noStrike" baseline="0" dirty="0">
                <a:solidFill>
                  <a:srgbClr val="000000"/>
                </a:solidFill>
                <a:latin typeface="+mj-lt"/>
              </a:rPr>
              <a:t>first bit to indicate the sign</a:t>
            </a:r>
            <a:r>
              <a:rPr lang="en-GB" sz="2200" b="0" i="1" u="none" strike="noStrike" baseline="0" dirty="0">
                <a:solidFill>
                  <a:srgbClr val="000000"/>
                </a:solidFill>
                <a:latin typeface="+mj-lt"/>
              </a:rPr>
              <a:t>, with a 0 for positive and a 1 for negative,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200" i="1" dirty="0">
                <a:solidFill>
                  <a:srgbClr val="000000"/>
                </a:solidFill>
                <a:latin typeface="+mj-lt"/>
              </a:rPr>
              <a:t>t</a:t>
            </a:r>
            <a:r>
              <a:rPr lang="en-GB" sz="2200" b="0" i="1" u="none" strike="noStrike" baseline="0" dirty="0">
                <a:solidFill>
                  <a:srgbClr val="000000"/>
                </a:solidFill>
                <a:latin typeface="+mj-lt"/>
              </a:rPr>
              <a:t>he remaining bits are used to store the number. </a:t>
            </a:r>
          </a:p>
        </p:txBody>
      </p:sp>
      <p:pic>
        <p:nvPicPr>
          <p:cNvPr id="9" name="Picture 8" descr="A 16-bit binary code of negative 173 is 1000000010101101 where first bit '1' on extreme left is 'Sign' and remaining digits are 'numbers.'  &#10;">
            <a:extLst>
              <a:ext uri="{FF2B5EF4-FFF2-40B4-BE49-F238E27FC236}">
                <a16:creationId xmlns:a16="http://schemas.microsoft.com/office/drawing/2014/main" id="{CAB62642-4A1F-6F30-C9EA-0E7BB364E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733800"/>
            <a:ext cx="5423373" cy="2651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DE88C8-EA08-F0AA-F245-C63017F1A69E}"/>
              </a:ext>
            </a:extLst>
          </p:cNvPr>
          <p:cNvSpPr txBox="1"/>
          <p:nvPr/>
        </p:nvSpPr>
        <p:spPr>
          <a:xfrm>
            <a:off x="228600" y="4736514"/>
            <a:ext cx="5423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1800" b="0" u="none" strike="noStrike" baseline="0" dirty="0">
                <a:solidFill>
                  <a:srgbClr val="00B0F0"/>
                </a:solidFill>
                <a:latin typeface="+mj-lt"/>
              </a:rPr>
              <a:t>For example, the integer value of −173 would be stored on a 16-bit computer as: </a:t>
            </a:r>
            <a:endParaRPr lang="en-GB" sz="1800" dirty="0">
              <a:solidFill>
                <a:srgbClr val="00B0F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536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152400"/>
            <a:ext cx="9144000" cy="990600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1144" y="1524000"/>
            <a:ext cx="117284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/>
              <a:t>IEEE published a report called </a:t>
            </a:r>
            <a:r>
              <a:rPr lang="en-US" sz="2200" dirty="0">
                <a:solidFill>
                  <a:srgbClr val="FF0000"/>
                </a:solidFill>
              </a:rPr>
              <a:t>Binary Floating Point Arithmetic Standard </a:t>
            </a:r>
            <a:r>
              <a:rPr lang="en-US" sz="2200" dirty="0"/>
              <a:t>, provides standards for binary and decimal floating-point numbers.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673" y="4327068"/>
            <a:ext cx="419792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dirty="0"/>
              <a:t>A floating-point number of the form: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(−1)</a:t>
            </a:r>
            <a:r>
              <a:rPr lang="en-US" sz="2200" b="1" baseline="30000" dirty="0">
                <a:solidFill>
                  <a:srgbClr val="C00000"/>
                </a:solidFill>
              </a:rPr>
              <a:t>s</a:t>
            </a:r>
            <a:r>
              <a:rPr lang="en-US" sz="2200" b="1" dirty="0">
                <a:solidFill>
                  <a:srgbClr val="C00000"/>
                </a:solidFill>
              </a:rPr>
              <a:t>2</a:t>
            </a:r>
            <a:r>
              <a:rPr lang="en-US" sz="2200" b="1" baseline="30000" dirty="0">
                <a:solidFill>
                  <a:srgbClr val="C00000"/>
                </a:solidFill>
              </a:rPr>
              <a:t>c−1023</a:t>
            </a:r>
            <a:r>
              <a:rPr lang="en-US" sz="2200" b="1" dirty="0">
                <a:solidFill>
                  <a:srgbClr val="C00000"/>
                </a:solidFill>
              </a:rPr>
              <a:t>(1 + f ). </a:t>
            </a:r>
          </a:p>
          <a:p>
            <a:pPr marL="342900" indent="-342900"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dirty="0"/>
              <a:t>Here </a:t>
            </a:r>
            <a:r>
              <a:rPr lang="en-US" sz="2200" dirty="0">
                <a:solidFill>
                  <a:srgbClr val="00B050"/>
                </a:solidFill>
              </a:rPr>
              <a:t>1023</a:t>
            </a:r>
            <a:r>
              <a:rPr lang="en-US" sz="2200" dirty="0"/>
              <a:t> is called the </a:t>
            </a:r>
            <a:r>
              <a:rPr lang="en-US" sz="2200" dirty="0">
                <a:solidFill>
                  <a:srgbClr val="00B050"/>
                </a:solidFill>
              </a:rPr>
              <a:t>exponent bias</a:t>
            </a:r>
            <a:r>
              <a:rPr lang="en-US" sz="2200" dirty="0"/>
              <a:t>. 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1" y="609601"/>
            <a:ext cx="4156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Binary Machine Numbers:</a:t>
            </a:r>
            <a:r>
              <a:rPr lang="en-US" sz="2800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10DFE0-9B2D-6143-F0B9-053D34289227}"/>
              </a:ext>
            </a:extLst>
          </p:cNvPr>
          <p:cNvGrpSpPr/>
          <p:nvPr/>
        </p:nvGrpSpPr>
        <p:grpSpPr>
          <a:xfrm>
            <a:off x="4572000" y="3509972"/>
            <a:ext cx="7391400" cy="3195628"/>
            <a:chOff x="3898833" y="2656178"/>
            <a:chExt cx="8065151" cy="361993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98833" y="2656178"/>
              <a:ext cx="8065151" cy="914400"/>
            </a:xfrm>
            <a:prstGeom prst="rect">
              <a:avLst/>
            </a:prstGeom>
          </p:spPr>
        </p:pic>
        <p:pic>
          <p:nvPicPr>
            <p:cNvPr id="8" name="Picture 5" descr="The manner in which a floating-point number is stored in a word.">
              <a:extLst>
                <a:ext uri="{FF2B5EF4-FFF2-40B4-BE49-F238E27FC236}">
                  <a16:creationId xmlns:a16="http://schemas.microsoft.com/office/drawing/2014/main" id="{F5D2EED1-8CDB-2347-5AA6-F7F74E60EAF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898833" y="3383099"/>
              <a:ext cx="7988367" cy="2893009"/>
            </a:xfrm>
            <a:prstGeom prst="rect">
              <a:avLst/>
            </a:prstGeom>
            <a:noFill/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94342AC-66BC-1AC7-BEA4-C5E465A078DE}"/>
              </a:ext>
            </a:extLst>
          </p:cNvPr>
          <p:cNvSpPr txBox="1"/>
          <p:nvPr/>
        </p:nvSpPr>
        <p:spPr>
          <a:xfrm>
            <a:off x="228600" y="2386232"/>
            <a:ext cx="11430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2316D0"/>
                </a:solidFill>
              </a:rPr>
              <a:t>64-bit is used for a real number. </a:t>
            </a:r>
            <a:r>
              <a:rPr lang="en-US" sz="2200" dirty="0"/>
              <a:t>The </a:t>
            </a:r>
            <a:r>
              <a:rPr lang="en-US" sz="2200" dirty="0">
                <a:solidFill>
                  <a:srgbClr val="FF00FF"/>
                </a:solidFill>
              </a:rPr>
              <a:t>first bit is a sign indicator</a:t>
            </a:r>
            <a:r>
              <a:rPr lang="en-US" sz="2200" dirty="0"/>
              <a:t>, denoted s. This is followed by an </a:t>
            </a:r>
            <a:r>
              <a:rPr lang="en-US" sz="2200" dirty="0">
                <a:solidFill>
                  <a:srgbClr val="FF00FF"/>
                </a:solidFill>
              </a:rPr>
              <a:t>11-bit exponent</a:t>
            </a:r>
            <a:r>
              <a:rPr lang="en-US" sz="2200" dirty="0"/>
              <a:t>, c, called the </a:t>
            </a:r>
            <a:r>
              <a:rPr lang="en-US" sz="2200" dirty="0">
                <a:solidFill>
                  <a:srgbClr val="FF00FF"/>
                </a:solidFill>
              </a:rPr>
              <a:t>characteristic</a:t>
            </a:r>
            <a:r>
              <a:rPr lang="en-US" sz="2200" dirty="0"/>
              <a:t>, and a </a:t>
            </a:r>
            <a:r>
              <a:rPr lang="en-US" sz="2200" dirty="0">
                <a:solidFill>
                  <a:srgbClr val="FF00FF"/>
                </a:solidFill>
              </a:rPr>
              <a:t>52-bit binary fraction</a:t>
            </a:r>
            <a:r>
              <a:rPr lang="en-US" sz="2200" dirty="0"/>
              <a:t>, f , called the </a:t>
            </a:r>
            <a:r>
              <a:rPr lang="en-US" sz="2200" dirty="0">
                <a:solidFill>
                  <a:srgbClr val="FF00FF"/>
                </a:solidFill>
              </a:rPr>
              <a:t>mantissa</a:t>
            </a:r>
            <a:r>
              <a:rPr lang="en-US" sz="2200" dirty="0"/>
              <a:t>. </a:t>
            </a:r>
          </a:p>
          <a:p>
            <a:pPr marL="342900" indent="-342900"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dirty="0"/>
              <a:t>The </a:t>
            </a:r>
            <a:r>
              <a:rPr lang="en-US" sz="2200" dirty="0">
                <a:solidFill>
                  <a:srgbClr val="00B050"/>
                </a:solidFill>
              </a:rPr>
              <a:t>base</a:t>
            </a:r>
            <a:r>
              <a:rPr lang="en-US" sz="2200" dirty="0"/>
              <a:t> for the </a:t>
            </a:r>
            <a:r>
              <a:rPr lang="en-US" sz="2200" b="1" dirty="0">
                <a:solidFill>
                  <a:srgbClr val="00B050"/>
                </a:solidFill>
              </a:rPr>
              <a:t>exponent is 2</a:t>
            </a:r>
            <a:r>
              <a:rPr lang="en-US" sz="2200" dirty="0"/>
              <a:t>. </a:t>
            </a:r>
            <a:r>
              <a:rPr lang="en-US" sz="2200" b="1" dirty="0">
                <a:solidFill>
                  <a:srgbClr val="2316D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710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762" y="-230484"/>
            <a:ext cx="9144000" cy="990600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11200" y="1674452"/>
            <a:ext cx="8839200" cy="707886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b="1" u="sng" dirty="0">
                <a:solidFill>
                  <a:srgbClr val="0070C0"/>
                </a:solidFill>
              </a:rPr>
              <a:t>Example: </a:t>
            </a:r>
            <a:r>
              <a:rPr lang="en-US" sz="2200" dirty="0"/>
              <a:t>Consider the machine number</a:t>
            </a:r>
          </a:p>
          <a:p>
            <a:r>
              <a:rPr lang="en-US" dirty="0"/>
              <a:t>0 10000000011 1011100100010000000000000000000000000000000000000000.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816" y="2553610"/>
            <a:ext cx="8839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u="sng" dirty="0">
                <a:solidFill>
                  <a:srgbClr val="0070C0"/>
                </a:solidFill>
              </a:rPr>
              <a:t>Solution:</a:t>
            </a:r>
            <a:r>
              <a:rPr lang="en-US" sz="2200" dirty="0"/>
              <a:t> The leftmost bit is </a:t>
            </a:r>
            <a:r>
              <a:rPr lang="en-US" sz="2200" i="1" dirty="0"/>
              <a:t>s </a:t>
            </a:r>
            <a:r>
              <a:rPr lang="en-US" sz="2200" dirty="0"/>
              <a:t>= 0, which indicates that the number is positive. </a:t>
            </a:r>
          </a:p>
          <a:p>
            <a:r>
              <a:rPr lang="en-US" sz="2200" dirty="0"/>
              <a:t>The next 11 bits, 10000000011, give the characteristic: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030" y="3394391"/>
            <a:ext cx="8281140" cy="3657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030" y="4341820"/>
            <a:ext cx="7541431" cy="731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83731" y="3913672"/>
            <a:ext cx="873137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The final 52 bits specify that the mantissa: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67" y="5286044"/>
            <a:ext cx="9144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As a consequence, this machine number precisely represents the decimal number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406" y="5652576"/>
            <a:ext cx="7837471" cy="10058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130800" y="662399"/>
            <a:ext cx="6901676" cy="43088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</a:pPr>
            <a:r>
              <a:rPr lang="en-US" sz="2200" dirty="0"/>
              <a:t>A floating-point number of the form: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(−1)</a:t>
            </a:r>
            <a:r>
              <a:rPr lang="en-US" sz="2200" b="1" baseline="30000" dirty="0">
                <a:solidFill>
                  <a:srgbClr val="C00000"/>
                </a:solidFill>
              </a:rPr>
              <a:t>s</a:t>
            </a:r>
            <a:r>
              <a:rPr lang="en-US" sz="2200" b="1" dirty="0">
                <a:solidFill>
                  <a:srgbClr val="C00000"/>
                </a:solidFill>
              </a:rPr>
              <a:t>2</a:t>
            </a:r>
            <a:r>
              <a:rPr lang="en-US" sz="2200" b="1" baseline="30000" dirty="0">
                <a:solidFill>
                  <a:srgbClr val="C00000"/>
                </a:solidFill>
              </a:rPr>
              <a:t>c−1023</a:t>
            </a:r>
            <a:r>
              <a:rPr lang="en-US" sz="2200" b="1" dirty="0">
                <a:solidFill>
                  <a:srgbClr val="C00000"/>
                </a:solidFill>
              </a:rPr>
              <a:t>(1 + f 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333BC-C0F6-6328-F56F-F37AF32A4140}"/>
              </a:ext>
            </a:extLst>
          </p:cNvPr>
          <p:cNvSpPr/>
          <p:nvPr/>
        </p:nvSpPr>
        <p:spPr>
          <a:xfrm>
            <a:off x="661960" y="606738"/>
            <a:ext cx="4156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Binary Machine Numbers: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065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197196"/>
            <a:ext cx="9067800" cy="990600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43000" y="2133600"/>
            <a:ext cx="9525000" cy="4562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Smallest normalized positive number on machine has 𝑠=0, 𝑐=1, 𝑓=0: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2200" dirty="0">
                <a:latin typeface="+mj-lt"/>
              </a:rPr>
              <a:t>	 2</a:t>
            </a:r>
            <a:r>
              <a:rPr lang="en-US" sz="2200" baseline="30000" dirty="0">
                <a:latin typeface="+mj-lt"/>
              </a:rPr>
              <a:t>−1022 </a:t>
            </a:r>
            <a:r>
              <a:rPr lang="en-US" sz="2200" dirty="0">
                <a:latin typeface="+mj-lt"/>
              </a:rPr>
              <a:t>∙ (1 + 0) ≈ 0.22251 × 10</a:t>
            </a:r>
            <a:r>
              <a:rPr lang="en-US" sz="2200" baseline="30000" dirty="0">
                <a:latin typeface="+mj-lt"/>
              </a:rPr>
              <a:t>−307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Largest normalized positive number on machine has 𝑠=0, 𝑐=2046, 𝑓=1−2</a:t>
            </a:r>
            <a:r>
              <a:rPr lang="en-US" sz="2200" baseline="30000" dirty="0">
                <a:latin typeface="+mj-lt"/>
              </a:rPr>
              <a:t>−52</a:t>
            </a:r>
            <a:r>
              <a:rPr lang="en-US" sz="2200" dirty="0">
                <a:latin typeface="+mj-lt"/>
              </a:rPr>
              <a:t>: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2200" dirty="0">
                <a:latin typeface="+mj-lt"/>
              </a:rPr>
              <a:t>	2</a:t>
            </a:r>
            <a:r>
              <a:rPr lang="en-US" sz="2200" baseline="30000" dirty="0">
                <a:latin typeface="+mj-lt"/>
              </a:rPr>
              <a:t>1023</a:t>
            </a:r>
            <a:r>
              <a:rPr lang="en-US" sz="2200" dirty="0">
                <a:latin typeface="+mj-lt"/>
              </a:rPr>
              <a:t> ∙ (1 + 1 −2</a:t>
            </a:r>
            <a:r>
              <a:rPr lang="en-US" sz="2200" baseline="30000" dirty="0">
                <a:latin typeface="+mj-lt"/>
              </a:rPr>
              <a:t>−52</a:t>
            </a:r>
            <a:r>
              <a:rPr lang="en-US" sz="2200" dirty="0">
                <a:latin typeface="+mj-lt"/>
              </a:rPr>
              <a:t>) ≈ 0.17977 × 10</a:t>
            </a:r>
            <a:r>
              <a:rPr lang="en-US" sz="2200" baseline="30000" dirty="0">
                <a:latin typeface="+mj-lt"/>
              </a:rPr>
              <a:t>309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Underflow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sz="2200" dirty="0">
                <a:latin typeface="+mj-lt"/>
              </a:rPr>
              <a:t>𝑛𝑢𝑚𝑏𝑒𝑟𝑠 &lt; 2</a:t>
            </a:r>
            <a:r>
              <a:rPr lang="en-US" sz="2200" baseline="30000" dirty="0">
                <a:latin typeface="+mj-lt"/>
              </a:rPr>
              <a:t>−1022 </a:t>
            </a:r>
            <a:r>
              <a:rPr lang="en-US" sz="2200" dirty="0">
                <a:latin typeface="+mj-lt"/>
              </a:rPr>
              <a:t>∙ (1 + 0), </a:t>
            </a:r>
            <a:r>
              <a:rPr lang="en-US" dirty="0">
                <a:solidFill>
                  <a:srgbClr val="00B0F0"/>
                </a:solidFill>
                <a:latin typeface="+mj-lt"/>
              </a:rPr>
              <a:t>generally set to 0.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Overflow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sz="2200" dirty="0">
                <a:latin typeface="+mj-lt"/>
              </a:rPr>
              <a:t>𝑛𝑢𝑚𝑏𝑒𝑟𝑠 &gt; 2</a:t>
            </a:r>
            <a:r>
              <a:rPr lang="en-US" sz="2200" baseline="30000" dirty="0">
                <a:latin typeface="+mj-lt"/>
              </a:rPr>
              <a:t>1023</a:t>
            </a:r>
            <a:r>
              <a:rPr lang="en-US" sz="2200" dirty="0">
                <a:latin typeface="+mj-lt"/>
              </a:rPr>
              <a:t> ∙ (2 − 2</a:t>
            </a:r>
            <a:r>
              <a:rPr lang="en-US" sz="2200" baseline="30000" dirty="0">
                <a:latin typeface="+mj-lt"/>
              </a:rPr>
              <a:t>−52</a:t>
            </a:r>
            <a:r>
              <a:rPr lang="en-US" sz="2200" dirty="0">
                <a:latin typeface="+mj-lt"/>
              </a:rPr>
              <a:t>), </a:t>
            </a:r>
            <a:r>
              <a:rPr lang="en-US" dirty="0">
                <a:solidFill>
                  <a:srgbClr val="00B0F0"/>
                </a:solidFill>
                <a:latin typeface="+mj-lt"/>
              </a:rPr>
              <a:t>typically cause the computation to stop.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Machine epsilon (</a:t>
            </a:r>
            <a:r>
              <a:rPr lang="en-US" sz="2200" dirty="0">
                <a:latin typeface="+mj-lt"/>
              </a:rPr>
              <a:t>𝜖</a:t>
            </a:r>
            <a:r>
              <a:rPr lang="en-US" sz="2200" baseline="-25000" dirty="0">
                <a:latin typeface="+mj-lt"/>
              </a:rPr>
              <a:t>𝑚𝑎𝑐ℎ</a:t>
            </a:r>
            <a:r>
              <a:rPr lang="en-US" sz="2200" dirty="0">
                <a:latin typeface="+mj-lt"/>
              </a:rPr>
              <a:t>) = 2</a:t>
            </a:r>
            <a:r>
              <a:rPr lang="en-US" sz="2200" baseline="30000" dirty="0">
                <a:latin typeface="+mj-lt"/>
              </a:rPr>
              <a:t>−52</a:t>
            </a:r>
            <a:r>
              <a:rPr lang="en-US" sz="2200" dirty="0">
                <a:latin typeface="+mj-lt"/>
              </a:rPr>
              <a:t>: this is the difference between 1 and the smallest machine floating point number greater than 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32724" y="1550314"/>
            <a:ext cx="6901676" cy="430887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</a:pPr>
            <a:r>
              <a:rPr lang="en-US" sz="2200" dirty="0"/>
              <a:t>A floating-point number of the form: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(−1)</a:t>
            </a:r>
            <a:r>
              <a:rPr lang="en-US" sz="2200" b="1" baseline="30000" dirty="0">
                <a:solidFill>
                  <a:srgbClr val="C00000"/>
                </a:solidFill>
              </a:rPr>
              <a:t>s</a:t>
            </a:r>
            <a:r>
              <a:rPr lang="en-US" sz="2200" b="1" dirty="0">
                <a:solidFill>
                  <a:srgbClr val="C00000"/>
                </a:solidFill>
              </a:rPr>
              <a:t>2</a:t>
            </a:r>
            <a:r>
              <a:rPr lang="en-US" sz="2200" b="1" baseline="30000" dirty="0">
                <a:solidFill>
                  <a:srgbClr val="C00000"/>
                </a:solidFill>
              </a:rPr>
              <a:t>c−1023</a:t>
            </a:r>
            <a:r>
              <a:rPr lang="en-US" sz="2200" b="1" dirty="0">
                <a:solidFill>
                  <a:srgbClr val="C00000"/>
                </a:solidFill>
              </a:rPr>
              <a:t>(1 + f 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40790E-0921-103E-883E-4F7BE0DD842C}"/>
              </a:ext>
            </a:extLst>
          </p:cNvPr>
          <p:cNvSpPr/>
          <p:nvPr/>
        </p:nvSpPr>
        <p:spPr>
          <a:xfrm>
            <a:off x="1143000" y="687606"/>
            <a:ext cx="4156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Binary Machine Numbers: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765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  <a:endParaRPr lang="en-US" sz="3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76400" y="609601"/>
            <a:ext cx="42851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Decimal Machine Numbers:</a:t>
            </a:r>
            <a:endParaRPr lang="en-US" sz="2800" dirty="0">
              <a:solidFill>
                <a:srgbClr val="7030A0"/>
              </a:solidFill>
              <a:latin typeface="+mj-lt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676400" y="1524000"/>
            <a:ext cx="8538064" cy="914400"/>
            <a:chOff x="152400" y="1524000"/>
            <a:chExt cx="8538064" cy="914400"/>
          </a:xfrm>
        </p:grpSpPr>
        <p:sp>
          <p:nvSpPr>
            <p:cNvPr id="8" name="Rectangle 7"/>
            <p:cNvSpPr/>
            <p:nvPr/>
          </p:nvSpPr>
          <p:spPr>
            <a:xfrm>
              <a:off x="152400" y="1524000"/>
              <a:ext cx="4115229" cy="446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300" dirty="0">
                  <a:latin typeface="+mj-lt"/>
                </a:rPr>
                <a:t>k-digit </a:t>
              </a:r>
              <a:r>
                <a:rPr lang="en-US" sz="2300" b="1" i="1" u="sng" dirty="0">
                  <a:solidFill>
                    <a:srgbClr val="00B050"/>
                  </a:solidFill>
                  <a:latin typeface="+mj-lt"/>
                </a:rPr>
                <a:t>decimal machine </a:t>
              </a:r>
              <a:r>
                <a:rPr lang="en-US" sz="2300" b="1" u="sng" dirty="0">
                  <a:solidFill>
                    <a:srgbClr val="00B050"/>
                  </a:solidFill>
                  <a:latin typeface="+mj-lt"/>
                </a:rPr>
                <a:t>numbers</a:t>
              </a:r>
              <a:r>
                <a:rPr lang="en-US" sz="2300" dirty="0">
                  <a:latin typeface="+mj-lt"/>
                </a:rPr>
                <a:t>: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838200" y="2010565"/>
              <a:ext cx="7852264" cy="427835"/>
              <a:chOff x="838200" y="2103120"/>
              <a:chExt cx="7852264" cy="427835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8200" y="2256635"/>
                <a:ext cx="5409455" cy="274320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3200" y="2103120"/>
                <a:ext cx="2137264" cy="256032"/>
              </a:xfrm>
              <a:prstGeom prst="rect">
                <a:avLst/>
              </a:prstGeom>
            </p:spPr>
          </p:pic>
        </p:grpSp>
      </p:grpSp>
      <p:grpSp>
        <p:nvGrpSpPr>
          <p:cNvPr id="15" name="Group 14"/>
          <p:cNvGrpSpPr/>
          <p:nvPr/>
        </p:nvGrpSpPr>
        <p:grpSpPr>
          <a:xfrm>
            <a:off x="1676400" y="2524052"/>
            <a:ext cx="8915400" cy="904948"/>
            <a:chOff x="152400" y="2524052"/>
            <a:chExt cx="8915400" cy="904948"/>
          </a:xfrm>
        </p:grpSpPr>
        <p:sp>
          <p:nvSpPr>
            <p:cNvPr id="12" name="Rectangle 11"/>
            <p:cNvSpPr/>
            <p:nvPr/>
          </p:nvSpPr>
          <p:spPr>
            <a:xfrm>
              <a:off x="152400" y="2524052"/>
              <a:ext cx="8915400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200" dirty="0">
                  <a:latin typeface="+mj-lt"/>
                </a:rPr>
                <a:t>Any positive number within the numerical range of the machine can be written:</a:t>
              </a: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5600" y="3154680"/>
              <a:ext cx="3356601" cy="274320"/>
            </a:xfrm>
            <a:prstGeom prst="rect">
              <a:avLst/>
            </a:prstGeom>
          </p:spPr>
        </p:pic>
      </p:grpSp>
      <p:sp>
        <p:nvSpPr>
          <p:cNvPr id="16" name="Rectangle 15"/>
          <p:cNvSpPr/>
          <p:nvPr/>
        </p:nvSpPr>
        <p:spPr>
          <a:xfrm>
            <a:off x="1676401" y="3671412"/>
            <a:ext cx="8948477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The </a:t>
            </a:r>
            <a:r>
              <a:rPr lang="en-US" sz="2200" b="1" u="sng" dirty="0">
                <a:solidFill>
                  <a:srgbClr val="00B050"/>
                </a:solidFill>
                <a:latin typeface="+mj-lt"/>
              </a:rPr>
              <a:t>floating-point</a:t>
            </a:r>
            <a:r>
              <a:rPr lang="en-US" sz="2200" dirty="0">
                <a:latin typeface="+mj-lt"/>
              </a:rPr>
              <a:t> form of </a:t>
            </a:r>
            <a:r>
              <a:rPr lang="en-US" sz="2200" i="1" dirty="0">
                <a:latin typeface="+mj-lt"/>
              </a:rPr>
              <a:t>y</a:t>
            </a:r>
            <a:r>
              <a:rPr lang="en-US" sz="2200" dirty="0">
                <a:latin typeface="+mj-lt"/>
              </a:rPr>
              <a:t>, denoted </a:t>
            </a:r>
            <a:r>
              <a:rPr lang="en-US" sz="2200" b="1" i="1" dirty="0" err="1">
                <a:solidFill>
                  <a:srgbClr val="00B050"/>
                </a:solidFill>
                <a:latin typeface="+mj-lt"/>
              </a:rPr>
              <a:t>fl</a:t>
            </a:r>
            <a:r>
              <a:rPr lang="en-US" sz="2200" b="1" i="1" dirty="0">
                <a:solidFill>
                  <a:srgbClr val="00B050"/>
                </a:solidFill>
                <a:latin typeface="+mj-lt"/>
              </a:rPr>
              <a:t>(y)</a:t>
            </a:r>
            <a:r>
              <a:rPr lang="en-US" sz="2200" dirty="0">
                <a:latin typeface="+mj-lt"/>
              </a:rPr>
              <a:t>, </a:t>
            </a:r>
          </a:p>
          <a:p>
            <a:pPr>
              <a:lnSpc>
                <a:spcPct val="150000"/>
              </a:lnSpc>
              <a:buClr>
                <a:schemeClr val="accent2"/>
              </a:buClr>
            </a:pPr>
            <a:r>
              <a:rPr lang="en-US" sz="2200" dirty="0">
                <a:latin typeface="+mj-lt"/>
              </a:rPr>
              <a:t>	---- by terminating the mantissa of y at k decimal digits. 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There are two common ways of performing this termination. </a:t>
            </a:r>
          </a:p>
          <a:p>
            <a:pPr marL="1371600" lvl="2" indent="-457200"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</a:pPr>
            <a:r>
              <a:rPr lang="en-US" sz="2200" b="1" dirty="0">
                <a:solidFill>
                  <a:srgbClr val="C00000"/>
                </a:solidFill>
              </a:rPr>
              <a:t>Chopping</a:t>
            </a:r>
          </a:p>
          <a:p>
            <a:pPr marL="1371600" lvl="2" indent="-457200"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Rounding 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934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  <a:endParaRPr lang="en-US" sz="3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76400" y="609601"/>
            <a:ext cx="42851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Decimal Machine Numbers:</a:t>
            </a:r>
            <a:endParaRPr lang="en-US" sz="28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676400" y="3048000"/>
            <a:ext cx="89154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C00000"/>
                </a:solidFill>
              </a:rPr>
              <a:t>Rounding:</a:t>
            </a:r>
            <a:r>
              <a:rPr lang="en-US" sz="2200" dirty="0"/>
              <a:t> 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en-US" sz="2200" dirty="0"/>
              <a:t>when </a:t>
            </a:r>
            <a:r>
              <a:rPr lang="en-US" sz="2200" b="1" dirty="0">
                <a:solidFill>
                  <a:srgbClr val="00B050"/>
                </a:solidFill>
              </a:rPr>
              <a:t>d</a:t>
            </a:r>
            <a:r>
              <a:rPr lang="en-US" sz="2200" b="1" baseline="-25000" dirty="0">
                <a:solidFill>
                  <a:srgbClr val="00B050"/>
                </a:solidFill>
              </a:rPr>
              <a:t>k+1</a:t>
            </a:r>
            <a:r>
              <a:rPr lang="en-US" sz="2200" b="1" dirty="0">
                <a:solidFill>
                  <a:srgbClr val="00B050"/>
                </a:solidFill>
              </a:rPr>
              <a:t> ≥ 5, we add 1 to </a:t>
            </a:r>
            <a:r>
              <a:rPr lang="en-US" sz="2200" b="1" dirty="0" err="1">
                <a:solidFill>
                  <a:srgbClr val="00B050"/>
                </a:solidFill>
              </a:rPr>
              <a:t>d</a:t>
            </a:r>
            <a:r>
              <a:rPr lang="en-US" sz="2200" b="1" baseline="-25000" dirty="0" err="1">
                <a:solidFill>
                  <a:srgbClr val="00B050"/>
                </a:solidFill>
              </a:rPr>
              <a:t>k</a:t>
            </a:r>
            <a:r>
              <a:rPr lang="en-US" sz="2200" b="1" dirty="0">
                <a:solidFill>
                  <a:srgbClr val="00B050"/>
                </a:solidFill>
              </a:rPr>
              <a:t> </a:t>
            </a:r>
            <a:r>
              <a:rPr lang="en-US" sz="2200" dirty="0"/>
              <a:t>to obtain </a:t>
            </a:r>
            <a:r>
              <a:rPr lang="en-US" sz="2200" dirty="0" err="1"/>
              <a:t>fl</a:t>
            </a:r>
            <a:r>
              <a:rPr lang="en-US" sz="2200" dirty="0"/>
              <a:t>(y); i.e., we round up.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en-US" sz="2200" dirty="0"/>
              <a:t>when </a:t>
            </a:r>
            <a:r>
              <a:rPr lang="en-US" sz="2200" b="1" dirty="0">
                <a:solidFill>
                  <a:srgbClr val="00B050"/>
                </a:solidFill>
              </a:rPr>
              <a:t>d</a:t>
            </a:r>
            <a:r>
              <a:rPr lang="en-US" sz="2200" b="1" baseline="-25000" dirty="0">
                <a:solidFill>
                  <a:srgbClr val="00B050"/>
                </a:solidFill>
              </a:rPr>
              <a:t>k+1</a:t>
            </a:r>
            <a:r>
              <a:rPr lang="en-US" sz="2200" b="1" dirty="0">
                <a:solidFill>
                  <a:srgbClr val="00B050"/>
                </a:solidFill>
              </a:rPr>
              <a:t> &lt; 5, we simply chop off </a:t>
            </a:r>
            <a:r>
              <a:rPr lang="en-US" sz="2200" dirty="0"/>
              <a:t>all but the first k digits; so we round down.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30195" y="1524000"/>
            <a:ext cx="8809205" cy="105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C00000"/>
                </a:solidFill>
              </a:rPr>
              <a:t>Chopping:</a:t>
            </a:r>
            <a:r>
              <a:rPr lang="en-US" sz="2200" dirty="0"/>
              <a:t> simply chop off the digits d</a:t>
            </a:r>
            <a:r>
              <a:rPr lang="en-US" sz="2200" baseline="-25000" dirty="0"/>
              <a:t>k+1</a:t>
            </a:r>
            <a:r>
              <a:rPr lang="en-US" sz="2200" dirty="0"/>
              <a:t>d</a:t>
            </a:r>
            <a:r>
              <a:rPr lang="en-US" sz="2200" baseline="-25000" dirty="0"/>
              <a:t>k+2</a:t>
            </a:r>
            <a:r>
              <a:rPr lang="en-US" sz="2200" dirty="0"/>
              <a:t> . . . . </a:t>
            </a:r>
          </a:p>
          <a:p>
            <a:pPr>
              <a:lnSpc>
                <a:spcPct val="150000"/>
              </a:lnSpc>
              <a:buClr>
                <a:schemeClr val="accent2"/>
              </a:buClr>
            </a:pPr>
            <a:r>
              <a:rPr lang="en-US" sz="2200" dirty="0"/>
              <a:t>     This produces the floating-point form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606040"/>
            <a:ext cx="3169748" cy="365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676400" y="4495800"/>
            <a:ext cx="89154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+mj-lt"/>
              </a:rPr>
              <a:t>Example: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Determine the five-digit </a:t>
            </a:r>
            <a:r>
              <a:rPr lang="en-US" sz="2200" b="1" dirty="0">
                <a:solidFill>
                  <a:schemeClr val="accent2"/>
                </a:solidFill>
                <a:latin typeface="+mj-lt"/>
              </a:rPr>
              <a:t>(a)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chopping and </a:t>
            </a:r>
            <a:r>
              <a:rPr lang="en-US" sz="2200" b="1" dirty="0">
                <a:solidFill>
                  <a:schemeClr val="accent2"/>
                </a:solidFill>
                <a:latin typeface="+mj-lt"/>
              </a:rPr>
              <a:t>(b)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rounding values of the irrational number </a:t>
            </a:r>
            <a:r>
              <a:rPr lang="en-US" sz="2200" i="1" dirty="0">
                <a:latin typeface="+mj-lt"/>
              </a:rPr>
              <a:t>π</a:t>
            </a:r>
            <a:r>
              <a:rPr lang="en-US" sz="2200" dirty="0">
                <a:latin typeface="+mj-lt"/>
              </a:rPr>
              <a:t>.</a:t>
            </a:r>
          </a:p>
          <a:p>
            <a:r>
              <a:rPr lang="en-US" sz="2000" b="1" i="1" dirty="0">
                <a:solidFill>
                  <a:srgbClr val="0070C0"/>
                </a:solidFill>
                <a:latin typeface="+mj-lt"/>
              </a:rPr>
              <a:t>Solution:</a:t>
            </a:r>
            <a:r>
              <a:rPr lang="en-US" sz="2000" b="1" i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The number </a:t>
            </a:r>
            <a:r>
              <a:rPr lang="en-US" sz="2000" i="1" dirty="0">
                <a:latin typeface="+mj-lt"/>
              </a:rPr>
              <a:t>π </a:t>
            </a:r>
            <a:r>
              <a:rPr lang="en-US" sz="2000" dirty="0">
                <a:latin typeface="+mj-lt"/>
              </a:rPr>
              <a:t>has an infinite decimal expansion of the form </a:t>
            </a:r>
          </a:p>
          <a:p>
            <a:pPr algn="ctr"/>
            <a:r>
              <a:rPr lang="en-US" sz="2000" i="1" dirty="0">
                <a:latin typeface="+mj-lt"/>
              </a:rPr>
              <a:t>π </a:t>
            </a:r>
            <a:r>
              <a:rPr lang="en-US" sz="2000" dirty="0">
                <a:latin typeface="+mj-lt"/>
              </a:rPr>
              <a:t>= 3.14159265</a:t>
            </a:r>
            <a:r>
              <a:rPr lang="en-US" sz="2000" i="1" dirty="0">
                <a:latin typeface="+mj-lt"/>
              </a:rPr>
              <a:t>. . . .= 0.314159265 . . . × 10</a:t>
            </a:r>
            <a:r>
              <a:rPr lang="en-US" sz="2000" i="1" baseline="30000" dirty="0">
                <a:latin typeface="+mj-lt"/>
              </a:rPr>
              <a:t>1</a:t>
            </a:r>
          </a:p>
          <a:p>
            <a:pPr lvl="1"/>
            <a:r>
              <a:rPr lang="en-US" sz="2000" b="1" dirty="0">
                <a:solidFill>
                  <a:schemeClr val="accent2"/>
                </a:solidFill>
                <a:latin typeface="+mj-lt"/>
              </a:rPr>
              <a:t>(a) </a:t>
            </a:r>
            <a:r>
              <a:rPr lang="en-US" sz="2000" b="1" dirty="0">
                <a:latin typeface="+mj-lt"/>
              </a:rPr>
              <a:t>U</a:t>
            </a:r>
            <a:r>
              <a:rPr lang="en-US" sz="2000" dirty="0">
                <a:latin typeface="+mj-lt"/>
              </a:rPr>
              <a:t>sing five-digit chopping, </a:t>
            </a:r>
            <a:r>
              <a:rPr lang="el-GR" sz="2000" i="1" dirty="0">
                <a:latin typeface="+mj-lt"/>
              </a:rPr>
              <a:t>f l(π) </a:t>
            </a:r>
            <a:r>
              <a:rPr lang="el-GR" sz="2000" dirty="0">
                <a:latin typeface="+mj-lt"/>
              </a:rPr>
              <a:t>= 0.31415 × 10</a:t>
            </a:r>
            <a:r>
              <a:rPr lang="el-GR" sz="2000" baseline="30000" dirty="0">
                <a:latin typeface="+mj-lt"/>
              </a:rPr>
              <a:t>1</a:t>
            </a:r>
            <a:r>
              <a:rPr lang="el-GR" sz="2000" dirty="0">
                <a:latin typeface="+mj-lt"/>
              </a:rPr>
              <a:t> = 3.1415.</a:t>
            </a:r>
          </a:p>
          <a:p>
            <a:pPr lvl="1"/>
            <a:r>
              <a:rPr lang="en-US" sz="2000" b="1" dirty="0">
                <a:solidFill>
                  <a:schemeClr val="accent2"/>
                </a:solidFill>
                <a:latin typeface="+mj-lt"/>
              </a:rPr>
              <a:t>(b) </a:t>
            </a:r>
            <a:r>
              <a:rPr lang="en-US" sz="2000" b="1" dirty="0">
                <a:latin typeface="+mj-lt"/>
              </a:rPr>
              <a:t>U</a:t>
            </a:r>
            <a:r>
              <a:rPr lang="en-US" sz="2000" dirty="0">
                <a:latin typeface="+mj-lt"/>
              </a:rPr>
              <a:t>sing five-digit rounding, </a:t>
            </a:r>
            <a:r>
              <a:rPr lang="el-GR" sz="2000" i="1" dirty="0">
                <a:latin typeface="+mj-lt"/>
              </a:rPr>
              <a:t>f l(π) </a:t>
            </a:r>
            <a:r>
              <a:rPr lang="el-GR" sz="2000" dirty="0">
                <a:latin typeface="+mj-lt"/>
              </a:rPr>
              <a:t>= </a:t>
            </a:r>
            <a:r>
              <a:rPr lang="el-GR" sz="2000" i="1" dirty="0">
                <a:latin typeface="+mj-lt"/>
              </a:rPr>
              <a:t>(</a:t>
            </a:r>
            <a:r>
              <a:rPr lang="el-GR" sz="2000" dirty="0">
                <a:latin typeface="+mj-lt"/>
              </a:rPr>
              <a:t>0.31415 + 0.00001</a:t>
            </a:r>
            <a:r>
              <a:rPr lang="el-GR" sz="2000" i="1" dirty="0">
                <a:latin typeface="+mj-lt"/>
              </a:rPr>
              <a:t>) </a:t>
            </a:r>
            <a:r>
              <a:rPr lang="el-GR" sz="2000" dirty="0">
                <a:latin typeface="+mj-lt"/>
              </a:rPr>
              <a:t>× 10</a:t>
            </a:r>
            <a:r>
              <a:rPr lang="el-GR" sz="2000" baseline="30000" dirty="0">
                <a:latin typeface="+mj-lt"/>
              </a:rPr>
              <a:t>1</a:t>
            </a:r>
            <a:r>
              <a:rPr lang="el-GR" sz="2000" dirty="0">
                <a:latin typeface="+mj-lt"/>
              </a:rPr>
              <a:t> = 3.1416.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856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  <a:endParaRPr lang="en-US" sz="3800" dirty="0"/>
          </a:p>
        </p:txBody>
      </p:sp>
      <p:sp>
        <p:nvSpPr>
          <p:cNvPr id="9" name="Rectangle 8"/>
          <p:cNvSpPr/>
          <p:nvPr/>
        </p:nvSpPr>
        <p:spPr>
          <a:xfrm>
            <a:off x="1676400" y="609601"/>
            <a:ext cx="42851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Decimal Machine Numbers:</a:t>
            </a:r>
            <a:endParaRPr lang="en-US" sz="2800" dirty="0">
              <a:solidFill>
                <a:srgbClr val="7030A0"/>
              </a:solidFill>
              <a:latin typeface="+mj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25" y="1695684"/>
            <a:ext cx="10444550" cy="1097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</p:pic>
      <p:grpSp>
        <p:nvGrpSpPr>
          <p:cNvPr id="2" name="Group 1"/>
          <p:cNvGrpSpPr/>
          <p:nvPr/>
        </p:nvGrpSpPr>
        <p:grpSpPr>
          <a:xfrm>
            <a:off x="809617" y="3229606"/>
            <a:ext cx="8443113" cy="2108061"/>
            <a:chOff x="119621" y="2753499"/>
            <a:chExt cx="8443113" cy="2108061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3124200"/>
              <a:ext cx="8410334" cy="173736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19621" y="2753499"/>
              <a:ext cx="1324402" cy="446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300" b="1" dirty="0">
                  <a:solidFill>
                    <a:srgbClr val="0070C0"/>
                  </a:solidFill>
                  <a:latin typeface="+mj-lt"/>
                </a:rPr>
                <a:t>Example:</a:t>
              </a:r>
              <a:endParaRPr lang="en-US" sz="2300" dirty="0">
                <a:solidFill>
                  <a:srgbClr val="0070C0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2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46707"/>
            <a:ext cx="9723956" cy="164592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  <a:endParaRPr lang="en-US" sz="3800" dirty="0"/>
          </a:p>
        </p:txBody>
      </p:sp>
      <p:sp>
        <p:nvSpPr>
          <p:cNvPr id="9" name="Rectangle 8"/>
          <p:cNvSpPr/>
          <p:nvPr/>
        </p:nvSpPr>
        <p:spPr>
          <a:xfrm>
            <a:off x="1676400" y="609601"/>
            <a:ext cx="42851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Decimal Machine Numbers:</a:t>
            </a:r>
            <a:endParaRPr lang="en-US" sz="28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8578" y="3043835"/>
            <a:ext cx="1143000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0070C0"/>
                </a:solidFill>
              </a:rPr>
              <a:t>Example: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Let p = 0.54617 and q = 0.54601. Use four-digit arithmetic to approximate p − q and determine the absolute and relative errors using</a:t>
            </a:r>
            <a:r>
              <a:rPr lang="en-US" sz="2000" dirty="0"/>
              <a:t> </a:t>
            </a:r>
            <a:r>
              <a:rPr lang="en-US" sz="2000" u="sng" dirty="0">
                <a:solidFill>
                  <a:srgbClr val="7030A0"/>
                </a:solidFill>
              </a:rPr>
              <a:t>(a) rounding and (b) chopping.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0070C0"/>
                </a:solidFill>
              </a:rPr>
              <a:t>Solution:</a:t>
            </a:r>
            <a:r>
              <a:rPr lang="en-US" sz="2000" dirty="0"/>
              <a:t> The exact value of </a:t>
            </a:r>
            <a:r>
              <a:rPr lang="en-US" sz="2000" b="1" dirty="0">
                <a:solidFill>
                  <a:srgbClr val="00B050"/>
                </a:solidFill>
              </a:rPr>
              <a:t>r = p − q is r = 0.00016</a:t>
            </a:r>
            <a:r>
              <a:rPr lang="en-US" sz="2000" dirty="0"/>
              <a:t>.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(a) Using four-digit rounding arithmetic: Rounding </a:t>
            </a:r>
            <a:r>
              <a:rPr lang="en-US" sz="2000" i="1" dirty="0"/>
              <a:t>p </a:t>
            </a:r>
            <a:r>
              <a:rPr lang="en-US" sz="2000" dirty="0"/>
              <a:t>and </a:t>
            </a:r>
            <a:r>
              <a:rPr lang="en-US" sz="2000" i="1" dirty="0"/>
              <a:t>q </a:t>
            </a:r>
            <a:r>
              <a:rPr lang="en-US" sz="2000" dirty="0"/>
              <a:t>to four digits gives </a:t>
            </a:r>
            <a:r>
              <a:rPr lang="en-US" sz="2000" i="1" dirty="0"/>
              <a:t>p</a:t>
            </a:r>
            <a:r>
              <a:rPr lang="en-US" sz="2000" dirty="0"/>
              <a:t>∗ = 0.5462 and </a:t>
            </a:r>
            <a:r>
              <a:rPr lang="en-US" sz="2000" i="1" dirty="0"/>
              <a:t>q</a:t>
            </a:r>
            <a:r>
              <a:rPr lang="en-US" sz="2000" dirty="0"/>
              <a:t>∗ = 0.5460, respectively, and </a:t>
            </a:r>
            <a:r>
              <a:rPr lang="en-US" sz="2000" b="1" i="1" dirty="0">
                <a:solidFill>
                  <a:srgbClr val="00B050"/>
                </a:solidFill>
              </a:rPr>
              <a:t>r</a:t>
            </a:r>
            <a:r>
              <a:rPr lang="en-US" sz="2000" b="1" dirty="0">
                <a:solidFill>
                  <a:srgbClr val="00B050"/>
                </a:solidFill>
              </a:rPr>
              <a:t>∗ = </a:t>
            </a:r>
            <a:r>
              <a:rPr lang="en-US" sz="2000" b="1" i="1" dirty="0">
                <a:solidFill>
                  <a:srgbClr val="00B050"/>
                </a:solidFill>
              </a:rPr>
              <a:t>p</a:t>
            </a:r>
            <a:r>
              <a:rPr lang="en-US" sz="2000" b="1" dirty="0">
                <a:solidFill>
                  <a:srgbClr val="00B050"/>
                </a:solidFill>
              </a:rPr>
              <a:t>∗ − </a:t>
            </a:r>
            <a:r>
              <a:rPr lang="en-US" sz="2000" b="1" i="1" dirty="0">
                <a:solidFill>
                  <a:srgbClr val="00B050"/>
                </a:solidFill>
              </a:rPr>
              <a:t>q</a:t>
            </a:r>
            <a:r>
              <a:rPr lang="en-US" sz="2000" b="1" dirty="0">
                <a:solidFill>
                  <a:srgbClr val="00B050"/>
                </a:solidFill>
              </a:rPr>
              <a:t>∗ = 0.0002 </a:t>
            </a:r>
            <a:r>
              <a:rPr lang="en-US" sz="2000" dirty="0"/>
              <a:t>is the four-digit approximation to </a:t>
            </a:r>
            <a:r>
              <a:rPr lang="en-US" sz="2000" i="1" dirty="0"/>
              <a:t>r</a:t>
            </a:r>
            <a:r>
              <a:rPr lang="en-US" sz="2000" dirty="0"/>
              <a:t>. And </a:t>
            </a:r>
          </a:p>
          <a:p>
            <a:pPr>
              <a:spcBef>
                <a:spcPts val="1200"/>
              </a:spcBef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result has only one significant digit, whereas p∗ and q∗ were accurate to four and five significant digits, respectively.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179" y="5245533"/>
            <a:ext cx="426564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3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  <a:endParaRPr lang="en-US" sz="3800" dirty="0"/>
          </a:p>
        </p:txBody>
      </p:sp>
      <p:sp>
        <p:nvSpPr>
          <p:cNvPr id="9" name="Rectangle 8"/>
          <p:cNvSpPr/>
          <p:nvPr/>
        </p:nvSpPr>
        <p:spPr>
          <a:xfrm>
            <a:off x="1676401" y="609601"/>
            <a:ext cx="34211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Finite-digit arithmetic:</a:t>
            </a:r>
            <a:endParaRPr lang="en-US" sz="28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1200" y="1531720"/>
            <a:ext cx="11252200" cy="156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</a:rPr>
              <a:t>Assume that the floating-point representations </a:t>
            </a:r>
            <a:r>
              <a:rPr lang="en-US" sz="2200" i="1" dirty="0">
                <a:latin typeface="+mj-lt"/>
              </a:rPr>
              <a:t>f l(x) </a:t>
            </a:r>
            <a:r>
              <a:rPr lang="en-US" sz="2200" dirty="0">
                <a:latin typeface="+mj-lt"/>
              </a:rPr>
              <a:t>and </a:t>
            </a:r>
            <a:r>
              <a:rPr lang="en-US" sz="2200" i="1" dirty="0">
                <a:latin typeface="+mj-lt"/>
              </a:rPr>
              <a:t>f l(y) </a:t>
            </a:r>
            <a:r>
              <a:rPr lang="en-US" sz="2200" dirty="0">
                <a:latin typeface="+mj-lt"/>
              </a:rPr>
              <a:t>are given for the real numbers </a:t>
            </a:r>
            <a:r>
              <a:rPr lang="en-US" sz="2200" i="1" dirty="0">
                <a:latin typeface="+mj-lt"/>
              </a:rPr>
              <a:t>x </a:t>
            </a:r>
            <a:r>
              <a:rPr lang="en-US" sz="2200" dirty="0">
                <a:latin typeface="+mj-lt"/>
              </a:rPr>
              <a:t>and </a:t>
            </a:r>
            <a:r>
              <a:rPr lang="en-US" sz="2200" i="1" dirty="0">
                <a:latin typeface="+mj-lt"/>
              </a:rPr>
              <a:t>y </a:t>
            </a:r>
            <a:r>
              <a:rPr lang="en-US" sz="2200" dirty="0">
                <a:latin typeface="+mj-lt"/>
              </a:rPr>
              <a:t>and that the symbols                   represent machine </a:t>
            </a:r>
            <a:r>
              <a:rPr lang="en-US" sz="2200" u="sng" dirty="0">
                <a:solidFill>
                  <a:srgbClr val="00B050"/>
                </a:solidFill>
                <a:latin typeface="+mj-lt"/>
              </a:rPr>
              <a:t>addition, subtraction, multiplication, and division</a:t>
            </a:r>
            <a:r>
              <a:rPr lang="en-US" sz="22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200" dirty="0">
                <a:latin typeface="+mj-lt"/>
              </a:rPr>
              <a:t>operations, respectively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240280"/>
            <a:ext cx="1252609" cy="2743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239067"/>
            <a:ext cx="7497039" cy="100584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5269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  <a:endParaRPr lang="en-US" sz="3800" dirty="0"/>
          </a:p>
        </p:txBody>
      </p:sp>
      <p:sp>
        <p:nvSpPr>
          <p:cNvPr id="9" name="Rectangle 8"/>
          <p:cNvSpPr/>
          <p:nvPr/>
        </p:nvSpPr>
        <p:spPr>
          <a:xfrm>
            <a:off x="1676401" y="609601"/>
            <a:ext cx="34211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Finite-digit arithmetic:</a:t>
            </a:r>
            <a:endParaRPr lang="en-US" sz="2800" dirty="0">
              <a:solidFill>
                <a:srgbClr val="7030A0"/>
              </a:solidFill>
              <a:latin typeface="+mj-l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1" y="1665312"/>
            <a:ext cx="9700296" cy="685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06401" y="1569422"/>
            <a:ext cx="1324402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b="1" dirty="0">
                <a:solidFill>
                  <a:srgbClr val="0070C0"/>
                </a:solidFill>
                <a:latin typeface="+mj-lt"/>
              </a:rPr>
              <a:t>Example:</a:t>
            </a:r>
            <a:endParaRPr lang="en-US" sz="2300" dirty="0">
              <a:solidFill>
                <a:srgbClr val="0070C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656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1.2 Round-off Errors and Computer arithmetic</a:t>
            </a:r>
            <a:endParaRPr lang="en-US" sz="3800" dirty="0"/>
          </a:p>
        </p:txBody>
      </p:sp>
      <p:sp>
        <p:nvSpPr>
          <p:cNvPr id="9" name="Rectangle 8"/>
          <p:cNvSpPr/>
          <p:nvPr/>
        </p:nvSpPr>
        <p:spPr>
          <a:xfrm>
            <a:off x="1676401" y="609601"/>
            <a:ext cx="34211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Finite-digit arithmetic:</a:t>
            </a:r>
            <a:endParaRPr lang="en-US" sz="2800" dirty="0">
              <a:solidFill>
                <a:srgbClr val="7030A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22F1F0-3D9D-A13D-AC18-D32FE2F24B7C}"/>
                  </a:ext>
                </a:extLst>
              </p:cNvPr>
              <p:cNvSpPr txBox="1"/>
              <p:nvPr/>
            </p:nvSpPr>
            <p:spPr>
              <a:xfrm>
                <a:off x="543527" y="2667000"/>
                <a:ext cx="997207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B0F0"/>
                    </a:solidFill>
                  </a:rPr>
                  <a:t>Example: </a:t>
                </a:r>
                <a:r>
                  <a:rPr lang="en-US" b="1" dirty="0">
                    <a:solidFill>
                      <a:srgbClr val="FF0000"/>
                    </a:solidFill>
                  </a:rPr>
                  <a:t>Evaluate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at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𝟕𝟏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+mj-lt"/>
                  </a:rPr>
                  <a:t>using 3-digit rounding.    </a:t>
                </a:r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22F1F0-3D9D-A13D-AC18-D32FE2F24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27" y="2667000"/>
                <a:ext cx="9972073" cy="375552"/>
              </a:xfrm>
              <a:prstGeom prst="rect">
                <a:avLst/>
              </a:prstGeom>
              <a:blipFill>
                <a:blip r:embed="rId2"/>
                <a:stretch>
                  <a:fillRect l="-48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549692C-848B-C93E-A2DF-11759E171781}"/>
              </a:ext>
            </a:extLst>
          </p:cNvPr>
          <p:cNvSpPr/>
          <p:nvPr/>
        </p:nvSpPr>
        <p:spPr>
          <a:xfrm>
            <a:off x="543527" y="1516064"/>
            <a:ext cx="11104946" cy="105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Nested Arithmetic: </a:t>
            </a:r>
            <a:r>
              <a:rPr lang="en-US" sz="2200" u="sng" dirty="0">
                <a:solidFill>
                  <a:srgbClr val="00B050"/>
                </a:solidFill>
              </a:rPr>
              <a:t>Polynomials should </a:t>
            </a:r>
            <a:r>
              <a:rPr lang="en-US" sz="2200" i="1" u="sng" dirty="0">
                <a:solidFill>
                  <a:srgbClr val="00B050"/>
                </a:solidFill>
              </a:rPr>
              <a:t>always </a:t>
            </a:r>
            <a:r>
              <a:rPr lang="en-US" sz="2200" u="sng" dirty="0">
                <a:solidFill>
                  <a:srgbClr val="00B050"/>
                </a:solidFill>
              </a:rPr>
              <a:t>be expressed in nested form before performing an evaluation</a:t>
            </a:r>
            <a:r>
              <a:rPr lang="en-US" sz="2200" dirty="0"/>
              <a:t>, because </a:t>
            </a:r>
            <a:r>
              <a:rPr lang="en-US" sz="2200" u="sng" dirty="0"/>
              <a:t>this form minimizes the number of arithmetic calculations.</a:t>
            </a:r>
            <a:endParaRPr lang="en-US" sz="2200" u="sng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142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1.3 Algorithms and converges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6401" y="609601"/>
            <a:ext cx="34559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Rates of Convergence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55595" y="1609391"/>
            <a:ext cx="9792538" cy="2636520"/>
            <a:chOff x="116139" y="1447800"/>
            <a:chExt cx="9792538" cy="2636520"/>
          </a:xfrm>
        </p:grpSpPr>
        <p:sp>
          <p:nvSpPr>
            <p:cNvPr id="2" name="Rectangle 1"/>
            <p:cNvSpPr/>
            <p:nvPr/>
          </p:nvSpPr>
          <p:spPr>
            <a:xfrm>
              <a:off x="116139" y="1447800"/>
              <a:ext cx="556678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Rate of convergence for sequences: 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" y="1981200"/>
              <a:ext cx="9756277" cy="2103120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</p:pic>
      </p:grpSp>
      <p:grpSp>
        <p:nvGrpSpPr>
          <p:cNvPr id="20" name="Group 19"/>
          <p:cNvGrpSpPr/>
          <p:nvPr/>
        </p:nvGrpSpPr>
        <p:grpSpPr>
          <a:xfrm>
            <a:off x="823386" y="4667064"/>
            <a:ext cx="5070362" cy="640080"/>
            <a:chOff x="266700" y="4318615"/>
            <a:chExt cx="5070362" cy="640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66700" y="4419600"/>
                  <a:ext cx="5070362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200" dirty="0">
                      <a:solidFill>
                        <a:srgbClr val="FF00FF"/>
                      </a:solidFill>
                    </a:rPr>
                    <a:t>Typically we use               for some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200" i="1" dirty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200" i="1" dirty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 dirty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US" sz="2200" dirty="0">
                    <a:solidFill>
                      <a:srgbClr val="FF00FF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00" y="4419600"/>
                  <a:ext cx="5070362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563" t="-9859" b="-281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47900" y="4318615"/>
              <a:ext cx="996638" cy="64008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615346" y="5556696"/>
                <a:ext cx="8907905" cy="119160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+mj-lt"/>
                  </a:rPr>
                  <a:t>We are generally interested in the largest value of </a:t>
                </a:r>
                <a:r>
                  <a:rPr lang="en-US" sz="2200" i="1" dirty="0">
                    <a:latin typeface="+mj-lt"/>
                  </a:rPr>
                  <a:t>p </a:t>
                </a:r>
                <a:r>
                  <a:rPr lang="en-US" sz="2200" dirty="0">
                    <a:latin typeface="+mj-lt"/>
                  </a:rPr>
                  <a:t>with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2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2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2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2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346" y="5556696"/>
                <a:ext cx="8907905" cy="1191608"/>
              </a:xfrm>
              <a:prstGeom prst="rect">
                <a:avLst/>
              </a:prstGeom>
              <a:blipFill>
                <a:blip r:embed="rId5"/>
                <a:stretch>
                  <a:fillRect l="-820" t="-304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022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8641" y="-295146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1.3 Algorithms and converges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6401" y="609601"/>
            <a:ext cx="34559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Rates of Convergence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555030" y="5367956"/>
                <a:ext cx="8907905" cy="76944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+mj-lt"/>
                  </a:rPr>
                  <a:t>We are generally interested in the largest value of </a:t>
                </a:r>
                <a:r>
                  <a:rPr lang="en-US" sz="2200" i="1" dirty="0">
                    <a:latin typeface="+mj-lt"/>
                  </a:rPr>
                  <a:t>p </a:t>
                </a:r>
                <a:r>
                  <a:rPr lang="en-US" sz="2200" dirty="0">
                    <a:latin typeface="+mj-lt"/>
                  </a:rPr>
                  <a:t>with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2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030" y="5367956"/>
                <a:ext cx="8907905" cy="769441"/>
              </a:xfrm>
              <a:prstGeom prst="rect">
                <a:avLst/>
              </a:prstGeom>
              <a:blipFill>
                <a:blip r:embed="rId2"/>
                <a:stretch>
                  <a:fillRect l="-820" t="-4688" b="-781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1547253" y="1884626"/>
            <a:ext cx="8883850" cy="1862757"/>
            <a:chOff x="55085" y="1490043"/>
            <a:chExt cx="8883850" cy="1862757"/>
          </a:xfrm>
        </p:grpSpPr>
        <p:sp>
          <p:nvSpPr>
            <p:cNvPr id="2" name="Rectangle 1"/>
            <p:cNvSpPr/>
            <p:nvPr/>
          </p:nvSpPr>
          <p:spPr>
            <a:xfrm>
              <a:off x="55085" y="1490043"/>
              <a:ext cx="538884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Rate of convergence for functions: 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2072640"/>
              <a:ext cx="8786535" cy="1280160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555029" y="4564503"/>
                <a:ext cx="515461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solidFill>
                      <a:srgbClr val="FF00FF"/>
                    </a:solidFill>
                  </a:rPr>
                  <a:t>Typically we use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err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baseline="30000" dirty="0" err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30000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solidFill>
                      <a:srgbClr val="FF00FF"/>
                    </a:solidFill>
                  </a:rPr>
                  <a:t>, </a:t>
                </a:r>
                <a:r>
                  <a:rPr lang="en-US" sz="2200" dirty="0">
                    <a:solidFill>
                      <a:srgbClr val="FF00FF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&gt;0.</m:t>
                    </m:r>
                  </m:oMath>
                </a14:m>
                <a:endParaRPr lang="en-US" sz="22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029" y="4564503"/>
                <a:ext cx="5154616" cy="430887"/>
              </a:xfrm>
              <a:prstGeom prst="rect">
                <a:avLst/>
              </a:prstGeom>
              <a:blipFill>
                <a:blip r:embed="rId4"/>
                <a:stretch>
                  <a:fillRect l="-1537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71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D755D-1A2F-45AF-BCB5-8B86357C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F97C05-82D3-428D-9284-EE26F449AFCC}"/>
                  </a:ext>
                </a:extLst>
              </p:cNvPr>
              <p:cNvSpPr txBox="1"/>
              <p:nvPr/>
            </p:nvSpPr>
            <p:spPr>
              <a:xfrm>
                <a:off x="1447800" y="1372055"/>
                <a:ext cx="8077200" cy="5569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3!</m:t>
                            </m:r>
                          </m:den>
                        </m:f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5!</m:t>
                            </m:r>
                          </m:den>
                        </m:f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7!</m:t>
                            </m:r>
                          </m:den>
                        </m:f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+…….</m:t>
                        </m:r>
                      </m:e>
                    </m:func>
                  </m:oMath>
                </a14:m>
                <a:endParaRPr lang="en-US" sz="2800" dirty="0"/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6!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  ……</m:t>
                    </m:r>
                  </m:oMath>
                </a14:m>
                <a:endParaRPr lang="en-US" sz="2800" dirty="0"/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+…..</m:t>
                    </m:r>
                  </m:oMath>
                </a14:m>
                <a:endParaRPr lang="en-US" sz="2800" dirty="0"/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+……</m:t>
                    </m:r>
                  </m:oMath>
                </a14:m>
                <a:endParaRPr lang="en-US" sz="2800" dirty="0"/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−…….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F97C05-82D3-428D-9284-EE26F449A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372055"/>
                <a:ext cx="8077200" cy="55697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512F24C9-546B-E7A5-C26B-946D0A3A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41" y="-132567"/>
            <a:ext cx="9220200" cy="1075179"/>
          </a:xfrm>
        </p:spPr>
        <p:txBody>
          <a:bodyPr/>
          <a:lstStyle/>
          <a:p>
            <a:r>
              <a:rPr lang="en-US" sz="3800" dirty="0">
                <a:solidFill>
                  <a:srgbClr val="C00000"/>
                </a:solidFill>
              </a:rPr>
              <a:t>1.3 Algorithms and converges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941E41-0D88-436D-9CD1-FFEE6C29CEDB}"/>
              </a:ext>
            </a:extLst>
          </p:cNvPr>
          <p:cNvSpPr/>
          <p:nvPr/>
        </p:nvSpPr>
        <p:spPr>
          <a:xfrm>
            <a:off x="1676401" y="772180"/>
            <a:ext cx="34559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</a:rPr>
              <a:t>Rates of Convergence</a:t>
            </a:r>
          </a:p>
        </p:txBody>
      </p:sp>
    </p:spTree>
    <p:extLst>
      <p:ext uri="{BB962C8B-B14F-4D97-AF65-F5344CB8AC3E}">
        <p14:creationId xmlns:p14="http://schemas.microsoft.com/office/powerpoint/2010/main" val="2360627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157C9C-857E-E477-5928-45D7880D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0E322-3954-404C-9FD9-10DC93B3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C18274-74EB-4743-AE95-A517C69C7588}"/>
                  </a:ext>
                </a:extLst>
              </p:cNvPr>
              <p:cNvSpPr txBox="1"/>
              <p:nvPr/>
            </p:nvSpPr>
            <p:spPr>
              <a:xfrm>
                <a:off x="457200" y="1455511"/>
                <a:ext cx="10439400" cy="1973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FF0000"/>
                    </a:solidFill>
                  </a:rPr>
                  <a:t>Find the rate of convergence of the following sequence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func>
                      </m:e>
                    </m:func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C18274-74EB-4743-AE95-A517C69C7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511"/>
                <a:ext cx="10439400" cy="1973489"/>
              </a:xfrm>
              <a:prstGeom prst="rect">
                <a:avLst/>
              </a:prstGeom>
              <a:blipFill>
                <a:blip r:embed="rId2"/>
                <a:stretch>
                  <a:fillRect l="-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828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603814-B854-473D-77AD-94568C28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0E322-3954-404C-9FD9-10DC93B3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C18274-74EB-4743-AE95-A517C69C7588}"/>
                  </a:ext>
                </a:extLst>
              </p:cNvPr>
              <p:cNvSpPr txBox="1"/>
              <p:nvPr/>
            </p:nvSpPr>
            <p:spPr>
              <a:xfrm>
                <a:off x="457200" y="1406267"/>
                <a:ext cx="8153400" cy="13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FF0000"/>
                    </a:solidFill>
                  </a:rPr>
                  <a:t>Find the rate of convergence of the following sequence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func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C18274-74EB-4743-AE95-A517C69C7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06267"/>
                <a:ext cx="8153400" cy="1367490"/>
              </a:xfrm>
              <a:prstGeom prst="rect">
                <a:avLst/>
              </a:prstGeom>
              <a:blipFill>
                <a:blip r:embed="rId2"/>
                <a:stretch>
                  <a:fillRect l="-1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73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3719-7CF2-C3DD-ECE9-54648E98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1EA2E-D2A4-45F8-98B4-8DEDC714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9468C1-DB44-42FE-948E-8183478712A0}"/>
                  </a:ext>
                </a:extLst>
              </p:cNvPr>
              <p:cNvSpPr txBox="1"/>
              <p:nvPr/>
            </p:nvSpPr>
            <p:spPr>
              <a:xfrm>
                <a:off x="711200" y="1516064"/>
                <a:ext cx="8686800" cy="1400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Find the rate of convergence of the following function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func>
                          </m:num>
                          <m:den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=1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9468C1-DB44-42FE-948E-818347871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1516064"/>
                <a:ext cx="8686800" cy="1400192"/>
              </a:xfrm>
              <a:prstGeom prst="rect">
                <a:avLst/>
              </a:prstGeom>
              <a:blipFill>
                <a:blip r:embed="rId2"/>
                <a:stretch>
                  <a:fillRect l="-1123" t="-3493" b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520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1E2C-ED46-C6D6-8589-03C98D4F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1EA2E-D2A4-45F8-98B4-8DEDC714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CD41AC4-40F7-4FE0-8905-74C6698904F3}" type="slidenum">
              <a:rPr lang="en-US" smtClean="0"/>
              <a:pPr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9468C1-DB44-42FE-948E-8183478712A0}"/>
                  </a:ext>
                </a:extLst>
              </p:cNvPr>
              <p:cNvSpPr txBox="1"/>
              <p:nvPr/>
            </p:nvSpPr>
            <p:spPr>
              <a:xfrm>
                <a:off x="692539" y="1548721"/>
                <a:ext cx="8686800" cy="1419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Find the rate of convergence of the following function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→0.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func>
                          </m:num>
                          <m:den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=0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9468C1-DB44-42FE-948E-818347871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39" y="1548721"/>
                <a:ext cx="8686800" cy="1419876"/>
              </a:xfrm>
              <a:prstGeom prst="rect">
                <a:avLst/>
              </a:prstGeom>
              <a:blipFill>
                <a:blip r:embed="rId2"/>
                <a:stretch>
                  <a:fillRect l="-1123" t="-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3511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ivic">
    <a:dk1>
      <a:sysClr val="windowText" lastClr="000000"/>
    </a:dk1>
    <a:lt1>
      <a:sysClr val="window" lastClr="FFFFFF"/>
    </a:lt1>
    <a:dk2>
      <a:srgbClr val="646B86"/>
    </a:dk2>
    <a:lt2>
      <a:srgbClr val="C5D1D7"/>
    </a:lt2>
    <a:accent1>
      <a:srgbClr val="D16349"/>
    </a:accent1>
    <a:accent2>
      <a:srgbClr val="CCB400"/>
    </a:accent2>
    <a:accent3>
      <a:srgbClr val="8CADAE"/>
    </a:accent3>
    <a:accent4>
      <a:srgbClr val="8C7B70"/>
    </a:accent4>
    <a:accent5>
      <a:srgbClr val="8FB08C"/>
    </a:accent5>
    <a:accent6>
      <a:srgbClr val="D19049"/>
    </a:accent6>
    <a:hlink>
      <a:srgbClr val="00A3D6"/>
    </a:hlink>
    <a:folHlink>
      <a:srgbClr val="694F0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Chapter6-counting-part1</Template>
  <TotalTime>3652</TotalTime>
  <Words>2938</Words>
  <Application>Microsoft Office PowerPoint</Application>
  <PresentationFormat>Widescreen</PresentationFormat>
  <Paragraphs>301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7" baseType="lpstr">
      <vt:lpstr>STIXMathJax_Main-Italic</vt:lpstr>
      <vt:lpstr>Tw Cen MT</vt:lpstr>
      <vt:lpstr>Times-Roman</vt:lpstr>
      <vt:lpstr>Cambria Math</vt:lpstr>
      <vt:lpstr>Times New Roman</vt:lpstr>
      <vt:lpstr>MTSYN</vt:lpstr>
      <vt:lpstr>Wingdings</vt:lpstr>
      <vt:lpstr>STIXMathJax_Main-Regular</vt:lpstr>
      <vt:lpstr>ProximaNova-Bold</vt:lpstr>
      <vt:lpstr>Calibri</vt:lpstr>
      <vt:lpstr>Courier New</vt:lpstr>
      <vt:lpstr>Wingdings 2</vt:lpstr>
      <vt:lpstr>Arial</vt:lpstr>
      <vt:lpstr>Arial Unicode MS</vt:lpstr>
      <vt:lpstr>Times-Italic</vt:lpstr>
      <vt:lpstr>MTMI</vt:lpstr>
      <vt:lpstr>RMTMI</vt:lpstr>
      <vt:lpstr>Median</vt:lpstr>
      <vt:lpstr>Math 411: Numerical Analysis</vt:lpstr>
      <vt:lpstr>Chapter Summary</vt:lpstr>
      <vt:lpstr>1.1 Review of Calculus ----Limits and Continuity</vt:lpstr>
      <vt:lpstr>1.1 Review of Calculus ----Limits and Continuity</vt:lpstr>
      <vt:lpstr>1.1 Review of Calculus ----Derivative</vt:lpstr>
      <vt:lpstr>1.1 Review of Calculus ----Derivative</vt:lpstr>
      <vt:lpstr>1.1 Review of Calculus ----Derivative</vt:lpstr>
      <vt:lpstr>1.1 Review of Calculus ----Derivative</vt:lpstr>
      <vt:lpstr>1.1 Review of Calculus ----Derivative</vt:lpstr>
      <vt:lpstr>1.1 Review of Calculus ----IVT</vt:lpstr>
      <vt:lpstr>1.1 Review of Calculus ----IVT</vt:lpstr>
      <vt:lpstr>1.1 Review of Calculus ----IVT</vt:lpstr>
      <vt:lpstr> 1.1 Review of Calculus Taylor Polynomials and Series </vt:lpstr>
      <vt:lpstr> 1.1 Review of Calculus Taylor Polynomials and Series </vt:lpstr>
      <vt:lpstr> 1.1 Review of Calculus Taylor Polynomials and Series </vt:lpstr>
      <vt:lpstr> 1.1 Review of Calculus Taylor Polynomials and Series </vt:lpstr>
      <vt:lpstr>PowerPoint Presentation</vt:lpstr>
      <vt:lpstr>PowerPoint Presentation</vt:lpstr>
      <vt:lpstr>1.2 Round-off Errors and Computer arithmetic</vt:lpstr>
      <vt:lpstr>1.2 Round-off Errors and Computer arithmetic</vt:lpstr>
      <vt:lpstr>PowerPoint Presentation</vt:lpstr>
      <vt:lpstr>PowerPoint Presentation</vt:lpstr>
      <vt:lpstr>1.2 Round-off Errors and Computer arithmetic</vt:lpstr>
      <vt:lpstr>1.2 Round-off Errors and Computer arithmetic</vt:lpstr>
      <vt:lpstr>1.2 Round-off Errors and Computer arithmetic</vt:lpstr>
      <vt:lpstr>1.2 Round-off Errors and Computer arithmetic</vt:lpstr>
      <vt:lpstr>1.2 Round-off Errors and Computer arithmetic</vt:lpstr>
      <vt:lpstr>1.2 Round-off Errors and Computer arithmetic</vt:lpstr>
      <vt:lpstr>1.2 Round-off Errors and Computer arithmetic</vt:lpstr>
      <vt:lpstr>1.2 Round-off Errors and Computer arithmetic</vt:lpstr>
      <vt:lpstr>1.2 Round-off Errors and Computer arithmetic</vt:lpstr>
      <vt:lpstr>1.2 Round-off Errors and Computer arithmetic</vt:lpstr>
      <vt:lpstr>1.3 Algorithms and converges</vt:lpstr>
      <vt:lpstr>1.3 Algorithms and converges</vt:lpstr>
      <vt:lpstr>1.3 Algorithms and converges</vt:lpstr>
      <vt:lpstr>Example</vt:lpstr>
      <vt:lpstr>Example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Mohamed fahmi ben hassen</cp:lastModifiedBy>
  <cp:revision>700</cp:revision>
  <cp:lastPrinted>2017-02-15T06:47:45Z</cp:lastPrinted>
  <dcterms:created xsi:type="dcterms:W3CDTF">2011-09-18T13:59:01Z</dcterms:created>
  <dcterms:modified xsi:type="dcterms:W3CDTF">2026-01-24T20:40:21Z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96578f-6ae1-40cd-93dd-1a3b7a6ede66_Enabled">
    <vt:lpwstr>true</vt:lpwstr>
  </property>
  <property fmtid="{D5CDD505-2E9C-101B-9397-08002B2CF9AE}" pid="3" name="MSIP_Label_b196578f-6ae1-40cd-93dd-1a3b7a6ede66_SetDate">
    <vt:lpwstr>2026-01-17T13:28:19Z</vt:lpwstr>
  </property>
  <property fmtid="{D5CDD505-2E9C-101B-9397-08002B2CF9AE}" pid="4" name="MSIP_Label_b196578f-6ae1-40cd-93dd-1a3b7a6ede66_Method">
    <vt:lpwstr>Standard</vt:lpwstr>
  </property>
  <property fmtid="{D5CDD505-2E9C-101B-9397-08002B2CF9AE}" pid="5" name="MSIP_Label_b196578f-6ae1-40cd-93dd-1a3b7a6ede66_Name">
    <vt:lpwstr>Public - عام</vt:lpwstr>
  </property>
  <property fmtid="{D5CDD505-2E9C-101B-9397-08002B2CF9AE}" pid="6" name="MSIP_Label_b196578f-6ae1-40cd-93dd-1a3b7a6ede66_SiteId">
    <vt:lpwstr>2c86bbfc-8d04-41ff-a83a-942f075e0f60</vt:lpwstr>
  </property>
  <property fmtid="{D5CDD505-2E9C-101B-9397-08002B2CF9AE}" pid="7" name="MSIP_Label_b196578f-6ae1-40cd-93dd-1a3b7a6ede66_ActionId">
    <vt:lpwstr>40d43ea3-9663-474f-bf35-4a514be34e20</vt:lpwstr>
  </property>
  <property fmtid="{D5CDD505-2E9C-101B-9397-08002B2CF9AE}" pid="8" name="MSIP_Label_b196578f-6ae1-40cd-93dd-1a3b7a6ede66_ContentBits">
    <vt:lpwstr>0</vt:lpwstr>
  </property>
  <property fmtid="{D5CDD505-2E9C-101B-9397-08002B2CF9AE}" pid="9" name="MSIP_Label_b196578f-6ae1-40cd-93dd-1a3b7a6ede66_Tag">
    <vt:lpwstr>10, 3, 0, 1</vt:lpwstr>
  </property>
</Properties>
</file>